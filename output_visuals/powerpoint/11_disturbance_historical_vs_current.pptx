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502920"/>
            <a:ext cx="10972800" cy="5852160"/>
            <a:chOff x="609600" y="502920"/>
            <a:chExt cx="10972800" cy="5852160"/>
          </a:xfrm>
        </p:grpSpPr>
        <p:sp>
          <p:nvSpPr>
            <p:cNvPr id="3" name="rc3"/>
            <p:cNvSpPr/>
            <p:nvPr/>
          </p:nvSpPr>
          <p:spPr>
            <a:xfrm>
              <a:off x="609600" y="502919"/>
              <a:ext cx="109728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502919"/>
              <a:ext cx="109728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736761" y="5572433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36761" y="4543445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36761" y="3514457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36761" y="2485469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6761" y="1456481"/>
              <a:ext cx="6774261" cy="0"/>
            </a:xfrm>
            <a:custGeom>
              <a:avLst/>
              <a:pathLst>
                <a:path w="6774261" h="0">
                  <a:moveTo>
                    <a:pt x="0" y="0"/>
                  </a:moveTo>
                  <a:lnTo>
                    <a:pt x="6774261" y="0"/>
                  </a:lnTo>
                  <a:lnTo>
                    <a:pt x="677426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371848" y="4689068"/>
              <a:ext cx="1270174" cy="883365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71848" y="2667050"/>
              <a:ext cx="1270174" cy="4130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371848" y="2167070"/>
              <a:ext cx="1270174" cy="499979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371848" y="3080119"/>
              <a:ext cx="1270174" cy="1608949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488805" y="5288190"/>
              <a:ext cx="1270174" cy="284243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488805" y="5003201"/>
              <a:ext cx="1270174" cy="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488805" y="4930666"/>
              <a:ext cx="1270174" cy="72535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488805" y="5003203"/>
              <a:ext cx="1270174" cy="284986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605762" y="5571754"/>
              <a:ext cx="1270174" cy="679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605762" y="4886573"/>
              <a:ext cx="1270174" cy="4468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605762" y="5333440"/>
              <a:ext cx="1270174" cy="2383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605762" y="2810897"/>
              <a:ext cx="1270174" cy="9386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605762" y="2820284"/>
              <a:ext cx="1270174" cy="206628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603329" y="2387814"/>
              <a:ext cx="1275039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10,735 acres/yr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613891" y="2621969"/>
              <a:ext cx="1253916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(1.25% of land)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69416" y="1743986"/>
              <a:ext cx="1275039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13,238 acres/yr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379977" y="1978141"/>
              <a:ext cx="1253916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(1.54% of land)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538082" y="4507582"/>
              <a:ext cx="1171620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2,495 acres/yr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496934" y="4741737"/>
              <a:ext cx="1253916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(0.29% of land)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517964" y="5505819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110965" y="4476831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4,000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110965" y="3447843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8,000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94653" y="2418855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12,000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94653" y="1389867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16,000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412347" y="5674919"/>
              <a:ext cx="118917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Historical: all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418565" y="5872429"/>
              <a:ext cx="117674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disturbances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665092" y="5674919"/>
              <a:ext cx="917600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Historical: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54709" y="5872429"/>
              <a:ext cx="173836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structure-changing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930588" y="6069939"/>
              <a:ext cx="38660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only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377793" y="5674919"/>
              <a:ext cx="172611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Current (LANDFIRE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61984" y="5872429"/>
              <a:ext cx="1957730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average, 2010–2025)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-604007" y="3360733"/>
              <a:ext cx="2821655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disturbed per year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8867369" y="2800440"/>
              <a:ext cx="190001" cy="190001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867369" y="3019896"/>
              <a:ext cx="190001" cy="190001"/>
            </a:xfrm>
            <a:prstGeom prst="rect">
              <a:avLst/>
            </a:prstGeom>
            <a:solidFill>
              <a:srgbClr val="41B6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8867369" y="3239352"/>
              <a:ext cx="190001" cy="1900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8867369" y="3458808"/>
              <a:ext cx="190001" cy="1900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8867369" y="3678264"/>
              <a:ext cx="190001" cy="19000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8867369" y="3897720"/>
              <a:ext cx="190001" cy="190001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9185971" y="2828827"/>
              <a:ext cx="32625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9185971" y="3048283"/>
              <a:ext cx="216868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Wind, weather or stress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185971" y="3267739"/>
              <a:ext cx="164207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Insects or disease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85971" y="3487195"/>
              <a:ext cx="206398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Harvest or mechanical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85971" y="3706651"/>
              <a:ext cx="144264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Unknown cause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9185971" y="3926107"/>
              <a:ext cx="51901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23472" y="987612"/>
              <a:ext cx="10003170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All land, Houghton and Keweenaw counties. Historical: BpS models; current: LANDFIRE.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23472" y="616792"/>
              <a:ext cx="6690756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Disturbance per year: historical vs. current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2026-10-14T07:57:51Z</dcterms:modified>
  <cp:category/>
</cp:coreProperties>
</file>