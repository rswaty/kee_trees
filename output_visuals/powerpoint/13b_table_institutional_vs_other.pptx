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Big companies vs. other private owners</a:t>
            </a:r>
          </a:p>
        </p:txBody>
      </p:sp>
      <p:graphicFrame>
        <p:nvGraphicFramePr>
          <p:cNvPr id="3" name=""/>
          <p:cNvGraphicFramePr>
            <a:graphicFrameLocks noGrp="1"/>
          </p:cNvGraphicFramePr>
          <p:nvPr>
            <p:ph/>
          </p:nvPr>
        </p:nvGraphicFramePr>
        <p:xfrm rot="-0">
          <a:off x="548640" y="1463040"/>
          <a:ext cx="11094720" cy="2743200"/>
        </p:xfrm>
        <a:graphic>
          <a:graphicData uri="http://schemas.openxmlformats.org/drawingml/2006/table">
            <a:tbl>
              <a:tblPr firstRow="1" lastRow="0" firstColumn="0" lastColumn="0" bandRow="1" bandCol="0">
                <a:tableStyleId>{5C22544A-7EE6-4342-B048-85BDC9FD1C3A}</a:tableStyleId>
              </a:tblPr>
              <a:tblGrid>
                <a:gridCol w="2773680"/>
                <a:gridCol w="2773680"/>
                <a:gridCol w="2773680"/>
                <a:gridCol w="2773680"/>
              </a:tblGrid>
              <a:tr h="1371600">
                <a:tc>
                  <a:txBody>
                    <a:bodyPr/>
                    <a:lstStyle/>
                    <a:p>
                      <a:pPr algn="r"/>
                      <a:r>
                        <a:t> 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Acres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Acres heavily cut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Share</a:t>
                      </a:r>
                    </a:p>
                  </a:txBody>
                </a:tc>
              </a:tr>
              <a:tr h="1371600">
                <a:tc>
                  <a:txBody>
                    <a:bodyPr/>
                    <a:lstStyle/>
                    <a:p>
                      <a:pPr algn="r"/>
                      <a:r>
                        <a:t>Institutional owners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171,890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11,300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6.6%</a:t>
                      </a:r>
                    </a:p>
                  </a:txBody>
                </a:tc>
              </a:tr>
              <a:tr h="1371600">
                <a:tc>
                  <a:txBody>
                    <a:bodyPr/>
                    <a:lstStyle/>
                    <a:p>
                      <a:pPr algn="r"/>
                      <a:r>
                        <a:t>Other private owners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158,203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920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0.6%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rswaty</cp:lastModifiedBy>
  <cp:revision>3</cp:revision>
  <dcterms:created xsi:type="dcterms:W3CDTF">2017-02-13T16:18:36Z</dcterms:created>
  <dcterms:modified xsi:type="dcterms:W3CDTF">2026-10-14T07:57:53Z</dcterms:modified>
  <cp:category/>
</cp:coreProperties>
</file>