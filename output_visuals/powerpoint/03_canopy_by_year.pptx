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799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329762" y="5423503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29762" y="4787106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29762" y="4150709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9762" y="3514312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29762" y="2877915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29762" y="2241518"/>
              <a:ext cx="4262039" cy="0"/>
            </a:xfrm>
            <a:custGeom>
              <a:avLst/>
              <a:pathLst>
                <a:path w="4262039" h="0">
                  <a:moveTo>
                    <a:pt x="0" y="0"/>
                  </a:moveTo>
                  <a:lnTo>
                    <a:pt x="4262039" y="0"/>
                  </a:lnTo>
                  <a:lnTo>
                    <a:pt x="4262039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23491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40102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55671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073323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589934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106545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623156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39767" y="1681489"/>
              <a:ext cx="0" cy="3920204"/>
            </a:xfrm>
            <a:custGeom>
              <a:avLst/>
              <a:pathLst>
                <a:path w="0" h="3920204">
                  <a:moveTo>
                    <a:pt x="0" y="39202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23491" y="3300496"/>
              <a:ext cx="3874581" cy="417100"/>
            </a:xfrm>
            <a:custGeom>
              <a:avLst/>
              <a:pathLst>
                <a:path w="3874581" h="417100">
                  <a:moveTo>
                    <a:pt x="0" y="250321"/>
                  </a:moveTo>
                  <a:lnTo>
                    <a:pt x="258305" y="224673"/>
                  </a:lnTo>
                  <a:lnTo>
                    <a:pt x="516610" y="166046"/>
                  </a:lnTo>
                  <a:lnTo>
                    <a:pt x="774916" y="105974"/>
                  </a:lnTo>
                  <a:lnTo>
                    <a:pt x="1033221" y="112352"/>
                  </a:lnTo>
                  <a:lnTo>
                    <a:pt x="1291527" y="109860"/>
                  </a:lnTo>
                  <a:lnTo>
                    <a:pt x="1549832" y="0"/>
                  </a:lnTo>
                  <a:lnTo>
                    <a:pt x="1808137" y="16877"/>
                  </a:lnTo>
                  <a:lnTo>
                    <a:pt x="2066443" y="43106"/>
                  </a:lnTo>
                  <a:lnTo>
                    <a:pt x="2324748" y="157263"/>
                  </a:lnTo>
                  <a:lnTo>
                    <a:pt x="2583054" y="209620"/>
                  </a:lnTo>
                  <a:lnTo>
                    <a:pt x="2841359" y="186360"/>
                  </a:lnTo>
                  <a:lnTo>
                    <a:pt x="3099664" y="141790"/>
                  </a:lnTo>
                  <a:lnTo>
                    <a:pt x="3357970" y="291279"/>
                  </a:lnTo>
                  <a:lnTo>
                    <a:pt x="3616275" y="233903"/>
                  </a:lnTo>
                  <a:lnTo>
                    <a:pt x="3874581" y="41710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23491" y="3472270"/>
              <a:ext cx="3874581" cy="638163"/>
            </a:xfrm>
            <a:custGeom>
              <a:avLst/>
              <a:pathLst>
                <a:path w="3874581" h="638163">
                  <a:moveTo>
                    <a:pt x="0" y="466999"/>
                  </a:moveTo>
                  <a:lnTo>
                    <a:pt x="258305" y="492613"/>
                  </a:lnTo>
                  <a:lnTo>
                    <a:pt x="516610" y="508136"/>
                  </a:lnTo>
                  <a:lnTo>
                    <a:pt x="774916" y="500449"/>
                  </a:lnTo>
                  <a:lnTo>
                    <a:pt x="1033221" y="638163"/>
                  </a:lnTo>
                  <a:lnTo>
                    <a:pt x="1291527" y="626305"/>
                  </a:lnTo>
                  <a:lnTo>
                    <a:pt x="1549832" y="234860"/>
                  </a:lnTo>
                  <a:lnTo>
                    <a:pt x="1808137" y="241106"/>
                  </a:lnTo>
                  <a:lnTo>
                    <a:pt x="2066443" y="341519"/>
                  </a:lnTo>
                  <a:lnTo>
                    <a:pt x="2324748" y="429747"/>
                  </a:lnTo>
                  <a:lnTo>
                    <a:pt x="2583054" y="615920"/>
                  </a:lnTo>
                  <a:lnTo>
                    <a:pt x="2841359" y="637322"/>
                  </a:lnTo>
                  <a:lnTo>
                    <a:pt x="3099664" y="479129"/>
                  </a:lnTo>
                  <a:lnTo>
                    <a:pt x="3357970" y="271915"/>
                  </a:lnTo>
                  <a:lnTo>
                    <a:pt x="3616275" y="52181"/>
                  </a:lnTo>
                  <a:lnTo>
                    <a:pt x="3874581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23491" y="3509356"/>
              <a:ext cx="3874581" cy="1177432"/>
            </a:xfrm>
            <a:custGeom>
              <a:avLst/>
              <a:pathLst>
                <a:path w="3874581" h="1177432">
                  <a:moveTo>
                    <a:pt x="0" y="836190"/>
                  </a:moveTo>
                  <a:lnTo>
                    <a:pt x="258305" y="796332"/>
                  </a:lnTo>
                  <a:lnTo>
                    <a:pt x="516610" y="724494"/>
                  </a:lnTo>
                  <a:lnTo>
                    <a:pt x="774916" y="638099"/>
                  </a:lnTo>
                  <a:lnTo>
                    <a:pt x="1033221" y="745345"/>
                  </a:lnTo>
                  <a:lnTo>
                    <a:pt x="1291527" y="734830"/>
                  </a:lnTo>
                  <a:lnTo>
                    <a:pt x="1549832" y="393174"/>
                  </a:lnTo>
                  <a:lnTo>
                    <a:pt x="1808137" y="372502"/>
                  </a:lnTo>
                  <a:lnTo>
                    <a:pt x="2066443" y="481273"/>
                  </a:lnTo>
                  <a:lnTo>
                    <a:pt x="2324748" y="438503"/>
                  </a:lnTo>
                  <a:lnTo>
                    <a:pt x="2583054" y="301373"/>
                  </a:lnTo>
                  <a:lnTo>
                    <a:pt x="2841359" y="160417"/>
                  </a:lnTo>
                  <a:lnTo>
                    <a:pt x="3099664" y="37401"/>
                  </a:lnTo>
                  <a:lnTo>
                    <a:pt x="3357970" y="0"/>
                  </a:lnTo>
                  <a:lnTo>
                    <a:pt x="3616275" y="240430"/>
                  </a:lnTo>
                  <a:lnTo>
                    <a:pt x="3874581" y="1177432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23491" y="2818365"/>
              <a:ext cx="3874581" cy="1661975"/>
            </a:xfrm>
            <a:custGeom>
              <a:avLst/>
              <a:pathLst>
                <a:path w="3874581" h="1661975">
                  <a:moveTo>
                    <a:pt x="0" y="360517"/>
                  </a:moveTo>
                  <a:lnTo>
                    <a:pt x="258305" y="345276"/>
                  </a:lnTo>
                  <a:lnTo>
                    <a:pt x="516610" y="299839"/>
                  </a:lnTo>
                  <a:lnTo>
                    <a:pt x="774916" y="253706"/>
                  </a:lnTo>
                  <a:lnTo>
                    <a:pt x="1033221" y="289834"/>
                  </a:lnTo>
                  <a:lnTo>
                    <a:pt x="1291527" y="242495"/>
                  </a:lnTo>
                  <a:lnTo>
                    <a:pt x="1549832" y="70087"/>
                  </a:lnTo>
                  <a:lnTo>
                    <a:pt x="1808137" y="32349"/>
                  </a:lnTo>
                  <a:lnTo>
                    <a:pt x="2066443" y="0"/>
                  </a:lnTo>
                  <a:lnTo>
                    <a:pt x="2324748" y="658"/>
                  </a:lnTo>
                  <a:lnTo>
                    <a:pt x="2583054" y="20342"/>
                  </a:lnTo>
                  <a:lnTo>
                    <a:pt x="2841359" y="117154"/>
                  </a:lnTo>
                  <a:lnTo>
                    <a:pt x="3099664" y="217191"/>
                  </a:lnTo>
                  <a:lnTo>
                    <a:pt x="3357970" y="614052"/>
                  </a:lnTo>
                  <a:lnTo>
                    <a:pt x="3616275" y="724913"/>
                  </a:lnTo>
                  <a:lnTo>
                    <a:pt x="3874581" y="1661975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23491" y="2560543"/>
              <a:ext cx="3874581" cy="211420"/>
            </a:xfrm>
            <a:custGeom>
              <a:avLst/>
              <a:pathLst>
                <a:path w="3874581" h="211420">
                  <a:moveTo>
                    <a:pt x="0" y="211420"/>
                  </a:moveTo>
                  <a:lnTo>
                    <a:pt x="258305" y="172303"/>
                  </a:lnTo>
                  <a:lnTo>
                    <a:pt x="516610" y="135506"/>
                  </a:lnTo>
                  <a:lnTo>
                    <a:pt x="774916" y="102998"/>
                  </a:lnTo>
                  <a:lnTo>
                    <a:pt x="1033221" y="90015"/>
                  </a:lnTo>
                  <a:lnTo>
                    <a:pt x="1291527" y="78650"/>
                  </a:lnTo>
                  <a:lnTo>
                    <a:pt x="1549832" y="7709"/>
                  </a:lnTo>
                  <a:lnTo>
                    <a:pt x="1808137" y="1685"/>
                  </a:lnTo>
                  <a:lnTo>
                    <a:pt x="2066443" y="0"/>
                  </a:lnTo>
                  <a:lnTo>
                    <a:pt x="2324748" y="110474"/>
                  </a:lnTo>
                  <a:lnTo>
                    <a:pt x="2583054" y="106152"/>
                  </a:lnTo>
                  <a:lnTo>
                    <a:pt x="2841359" y="124892"/>
                  </a:lnTo>
                  <a:lnTo>
                    <a:pt x="3099664" y="88763"/>
                  </a:lnTo>
                  <a:lnTo>
                    <a:pt x="3357970" y="133487"/>
                  </a:lnTo>
                  <a:lnTo>
                    <a:pt x="3616275" y="133070"/>
                  </a:lnTo>
                  <a:lnTo>
                    <a:pt x="3874581" y="204261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523491" y="2932173"/>
              <a:ext cx="3874581" cy="296800"/>
            </a:xfrm>
            <a:custGeom>
              <a:avLst/>
              <a:pathLst>
                <a:path w="3874581" h="296800">
                  <a:moveTo>
                    <a:pt x="0" y="296800"/>
                  </a:moveTo>
                  <a:lnTo>
                    <a:pt x="258305" y="276109"/>
                  </a:lnTo>
                  <a:lnTo>
                    <a:pt x="516610" y="236655"/>
                  </a:lnTo>
                  <a:lnTo>
                    <a:pt x="774916" y="204570"/>
                  </a:lnTo>
                  <a:lnTo>
                    <a:pt x="1033221" y="198063"/>
                  </a:lnTo>
                  <a:lnTo>
                    <a:pt x="1291527" y="183955"/>
                  </a:lnTo>
                  <a:lnTo>
                    <a:pt x="1549832" y="71870"/>
                  </a:lnTo>
                  <a:lnTo>
                    <a:pt x="1808137" y="82537"/>
                  </a:lnTo>
                  <a:lnTo>
                    <a:pt x="2066443" y="131680"/>
                  </a:lnTo>
                  <a:lnTo>
                    <a:pt x="2324748" y="160495"/>
                  </a:lnTo>
                  <a:lnTo>
                    <a:pt x="2583054" y="175451"/>
                  </a:lnTo>
                  <a:lnTo>
                    <a:pt x="2841359" y="156096"/>
                  </a:lnTo>
                  <a:lnTo>
                    <a:pt x="3099664" y="103141"/>
                  </a:lnTo>
                  <a:lnTo>
                    <a:pt x="3357970" y="87758"/>
                  </a:lnTo>
                  <a:lnTo>
                    <a:pt x="3616275" y="0"/>
                  </a:lnTo>
                  <a:lnTo>
                    <a:pt x="3874581" y="75803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486316" y="390209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744621" y="3927709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002927" y="3943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261232" y="393554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519538" y="4073259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777843" y="4061401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036148" y="366995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294454" y="367620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52759" y="377661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11065" y="3864843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069370" y="4051016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27675" y="4072418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85981" y="391422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844286" y="3707010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102592" y="3487277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60897" y="3435095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486316" y="273478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744621" y="269567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002927" y="2658874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261232" y="2626366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519538" y="261338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777843" y="260201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036148" y="2531077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94454" y="2525053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52759" y="252336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11065" y="2633842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069370" y="262952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27675" y="264826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585981" y="2612131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844286" y="2656855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102592" y="2656438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360897" y="2727629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486316" y="3141708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744621" y="312646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002927" y="308102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261232" y="303489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519538" y="307102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777843" y="302368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036148" y="2851277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94454" y="281353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52759" y="2781190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11065" y="2781849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69370" y="2801533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327675" y="2898345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585981" y="2998382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844286" y="3395242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102592" y="350610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360897" y="4443166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486316" y="319179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744621" y="317110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002927" y="313165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261232" y="309956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519538" y="309306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777843" y="307895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036148" y="296686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294454" y="297753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52759" y="3026679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811065" y="3055494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69370" y="307045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327675" y="3051095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585981" y="2998140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844286" y="2982757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102592" y="2894998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360897" y="2970802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486316" y="430837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744621" y="426851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002927" y="419667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261232" y="4110280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519538" y="4217526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777843" y="420701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036148" y="3865355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294454" y="384468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52759" y="3953454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11065" y="3910684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069370" y="3773554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327675" y="3632599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585981" y="3509582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844286" y="347218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102592" y="3712611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360897" y="4649613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486316" y="3513643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744621" y="348799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002927" y="342936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261232" y="336929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519538" y="3375674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77843" y="337318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036148" y="326332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294454" y="3280199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552759" y="3306428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811065" y="3420585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069370" y="347294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327675" y="344968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585981" y="340511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844286" y="3554601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02592" y="3497225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360897" y="3680422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994653" y="5356889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994653" y="4720492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65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994653" y="4084095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994653" y="3447698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994653" y="2811301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994653" y="2174904"/>
              <a:ext cx="23262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85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29086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807478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324089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840700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357311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873922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39053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907143" y="5704179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-213878" y="3558244"/>
              <a:ext cx="2041398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Canopy cover (%)</a:t>
              </a:r>
            </a:p>
          </p:txBody>
        </p:sp>
        <p:sp>
          <p:nvSpPr>
            <p:cNvPr id="136" name="pl136"/>
            <p:cNvSpPr/>
            <p:nvPr/>
          </p:nvSpPr>
          <p:spPr>
            <a:xfrm>
              <a:off x="5955366" y="30929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005973" y="3055776"/>
              <a:ext cx="74350" cy="74350"/>
            </a:xfrm>
            <a:prstGeom prst="ellipse">
              <a:avLst/>
            </a:prstGeom>
            <a:solidFill>
              <a:srgbClr val="7570B3">
                <a:alpha val="100000"/>
              </a:srgbClr>
            </a:solidFill>
            <a:ln w="14727" cap="rnd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955366" y="33124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005973" y="3275232"/>
              <a:ext cx="74350" cy="74350"/>
            </a:xfrm>
            <a:prstGeom prst="ellipse">
              <a:avLst/>
            </a:prstGeom>
            <a:solidFill>
              <a:srgbClr val="1B9E77">
                <a:alpha val="100000"/>
              </a:srgbClr>
            </a:solidFill>
            <a:ln w="14727" cap="rnd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955366" y="35318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005973" y="3494688"/>
              <a:ext cx="74350" cy="74350"/>
            </a:xfrm>
            <a:prstGeom prst="ellipse">
              <a:avLst/>
            </a:prstGeom>
            <a:solidFill>
              <a:srgbClr val="D95F02">
                <a:alpha val="100000"/>
              </a:srgbClr>
            </a:solidFill>
            <a:ln w="14727" cap="rnd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955366" y="37513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005973" y="3714144"/>
              <a:ext cx="74350" cy="74350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14727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955366" y="39707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005973" y="3933600"/>
              <a:ext cx="74350" cy="74350"/>
            </a:xfrm>
            <a:prstGeom prst="ellipse">
              <a:avLst/>
            </a:prstGeom>
            <a:solidFill>
              <a:srgbClr val="F0C419">
                <a:alpha val="100000"/>
              </a:srgbClr>
            </a:solidFill>
            <a:ln w="14727" cap="rnd">
              <a:solidFill>
                <a:srgbClr val="F0C4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955366" y="41902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231" cap="flat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6005973" y="4153056"/>
              <a:ext cx="74350" cy="74350"/>
            </a:xfrm>
            <a:prstGeom prst="ellipse">
              <a:avLst/>
            </a:prstGeom>
            <a:solidFill>
              <a:srgbClr val="D2B48C">
                <a:alpha val="100000"/>
              </a:srgbClr>
            </a:solidFill>
            <a:ln w="14727" cap="rnd">
              <a:solidFill>
                <a:srgbClr val="D2B4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6266749" y="3026337"/>
              <a:ext cx="136044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66749" y="3245793"/>
              <a:ext cx="5087904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The Nature Conservancy (Heartlands)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66749" y="3465249"/>
              <a:ext cx="403808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TRG → Verdant → American Songbird (2026)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66749" y="3684705"/>
              <a:ext cx="213265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Molpus → kept (mostly)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6266749" y="3904161"/>
              <a:ext cx="115269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Lyme → kept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6266749" y="4123617"/>
              <a:ext cx="189225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private → kept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723472" y="1353372"/>
              <a:ext cx="6860560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USFS Tree Canopy Cover, all 30 m cells in each group's land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723472" y="982552"/>
              <a:ext cx="5693145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Average tree canopy cover, by group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2026-10-14T07:57:33Z</dcterms:modified>
  <cp:category/>
</cp:coreProperties>
</file>