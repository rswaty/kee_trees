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799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329762" y="5423503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29762" y="4710738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9762" y="3997974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9762" y="3285209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29762" y="2572444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29762" y="1859680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68043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203459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38876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74292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10970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4512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80541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1595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68043" y="3045736"/>
              <a:ext cx="4765622" cy="467152"/>
            </a:xfrm>
            <a:custGeom>
              <a:avLst/>
              <a:pathLst>
                <a:path w="4765622" h="467152">
                  <a:moveTo>
                    <a:pt x="0" y="280359"/>
                  </a:moveTo>
                  <a:lnTo>
                    <a:pt x="317708" y="251633"/>
                  </a:lnTo>
                  <a:lnTo>
                    <a:pt x="635416" y="185971"/>
                  </a:lnTo>
                  <a:lnTo>
                    <a:pt x="953124" y="118691"/>
                  </a:lnTo>
                  <a:lnTo>
                    <a:pt x="1270832" y="125834"/>
                  </a:lnTo>
                  <a:lnTo>
                    <a:pt x="1588540" y="123043"/>
                  </a:lnTo>
                  <a:lnTo>
                    <a:pt x="1906248" y="0"/>
                  </a:lnTo>
                  <a:lnTo>
                    <a:pt x="2223957" y="18903"/>
                  </a:lnTo>
                  <a:lnTo>
                    <a:pt x="2541665" y="48278"/>
                  </a:lnTo>
                  <a:lnTo>
                    <a:pt x="2859373" y="176135"/>
                  </a:lnTo>
                  <a:lnTo>
                    <a:pt x="3177081" y="234775"/>
                  </a:lnTo>
                  <a:lnTo>
                    <a:pt x="3494789" y="208723"/>
                  </a:lnTo>
                  <a:lnTo>
                    <a:pt x="3812497" y="158804"/>
                  </a:lnTo>
                  <a:lnTo>
                    <a:pt x="4130206" y="326233"/>
                  </a:lnTo>
                  <a:lnTo>
                    <a:pt x="4447914" y="261971"/>
                  </a:lnTo>
                  <a:lnTo>
                    <a:pt x="4765622" y="467152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68043" y="3238123"/>
              <a:ext cx="4765622" cy="714743"/>
            </a:xfrm>
            <a:custGeom>
              <a:avLst/>
              <a:pathLst>
                <a:path w="4765622" h="714743">
                  <a:moveTo>
                    <a:pt x="0" y="523039"/>
                  </a:moveTo>
                  <a:lnTo>
                    <a:pt x="317708" y="551727"/>
                  </a:lnTo>
                  <a:lnTo>
                    <a:pt x="635416" y="569112"/>
                  </a:lnTo>
                  <a:lnTo>
                    <a:pt x="953124" y="560503"/>
                  </a:lnTo>
                  <a:lnTo>
                    <a:pt x="1270832" y="714743"/>
                  </a:lnTo>
                  <a:lnTo>
                    <a:pt x="1588540" y="701461"/>
                  </a:lnTo>
                  <a:lnTo>
                    <a:pt x="1906248" y="263043"/>
                  </a:lnTo>
                  <a:lnTo>
                    <a:pt x="2223957" y="270039"/>
                  </a:lnTo>
                  <a:lnTo>
                    <a:pt x="2541665" y="382501"/>
                  </a:lnTo>
                  <a:lnTo>
                    <a:pt x="2859373" y="481317"/>
                  </a:lnTo>
                  <a:lnTo>
                    <a:pt x="3177081" y="689831"/>
                  </a:lnTo>
                  <a:lnTo>
                    <a:pt x="3494789" y="713801"/>
                  </a:lnTo>
                  <a:lnTo>
                    <a:pt x="3812497" y="536624"/>
                  </a:lnTo>
                  <a:lnTo>
                    <a:pt x="4130206" y="304544"/>
                  </a:lnTo>
                  <a:lnTo>
                    <a:pt x="4447914" y="58443"/>
                  </a:lnTo>
                  <a:lnTo>
                    <a:pt x="4765622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68043" y="3279658"/>
              <a:ext cx="4765622" cy="1318724"/>
            </a:xfrm>
            <a:custGeom>
              <a:avLst/>
              <a:pathLst>
                <a:path w="4765622" h="1318724">
                  <a:moveTo>
                    <a:pt x="0" y="936533"/>
                  </a:moveTo>
                  <a:lnTo>
                    <a:pt x="317708" y="891891"/>
                  </a:lnTo>
                  <a:lnTo>
                    <a:pt x="635416" y="811433"/>
                  </a:lnTo>
                  <a:lnTo>
                    <a:pt x="953124" y="714671"/>
                  </a:lnTo>
                  <a:lnTo>
                    <a:pt x="1270832" y="834787"/>
                  </a:lnTo>
                  <a:lnTo>
                    <a:pt x="1588540" y="823010"/>
                  </a:lnTo>
                  <a:lnTo>
                    <a:pt x="1906248" y="440355"/>
                  </a:lnTo>
                  <a:lnTo>
                    <a:pt x="2223957" y="417202"/>
                  </a:lnTo>
                  <a:lnTo>
                    <a:pt x="2541665" y="539026"/>
                  </a:lnTo>
                  <a:lnTo>
                    <a:pt x="2859373" y="491123"/>
                  </a:lnTo>
                  <a:lnTo>
                    <a:pt x="3177081" y="337538"/>
                  </a:lnTo>
                  <a:lnTo>
                    <a:pt x="3494789" y="179668"/>
                  </a:lnTo>
                  <a:lnTo>
                    <a:pt x="3812497" y="41889"/>
                  </a:lnTo>
                  <a:lnTo>
                    <a:pt x="4130206" y="0"/>
                  </a:lnTo>
                  <a:lnTo>
                    <a:pt x="4447914" y="269282"/>
                  </a:lnTo>
                  <a:lnTo>
                    <a:pt x="4765622" y="1318724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8043" y="2633214"/>
              <a:ext cx="4765622" cy="332416"/>
            </a:xfrm>
            <a:custGeom>
              <a:avLst/>
              <a:pathLst>
                <a:path w="4765622" h="332416">
                  <a:moveTo>
                    <a:pt x="0" y="332416"/>
                  </a:moveTo>
                  <a:lnTo>
                    <a:pt x="317708" y="309242"/>
                  </a:lnTo>
                  <a:lnTo>
                    <a:pt x="635416" y="265053"/>
                  </a:lnTo>
                  <a:lnTo>
                    <a:pt x="953124" y="229119"/>
                  </a:lnTo>
                  <a:lnTo>
                    <a:pt x="1270832" y="221831"/>
                  </a:lnTo>
                  <a:lnTo>
                    <a:pt x="1588540" y="206029"/>
                  </a:lnTo>
                  <a:lnTo>
                    <a:pt x="1906248" y="80495"/>
                  </a:lnTo>
                  <a:lnTo>
                    <a:pt x="2223957" y="92441"/>
                  </a:lnTo>
                  <a:lnTo>
                    <a:pt x="2541665" y="147481"/>
                  </a:lnTo>
                  <a:lnTo>
                    <a:pt x="2859373" y="179754"/>
                  </a:lnTo>
                  <a:lnTo>
                    <a:pt x="3177081" y="196505"/>
                  </a:lnTo>
                  <a:lnTo>
                    <a:pt x="3494789" y="174827"/>
                  </a:lnTo>
                  <a:lnTo>
                    <a:pt x="3812497" y="115518"/>
                  </a:lnTo>
                  <a:lnTo>
                    <a:pt x="4130206" y="98289"/>
                  </a:lnTo>
                  <a:lnTo>
                    <a:pt x="4447914" y="0"/>
                  </a:lnTo>
                  <a:lnTo>
                    <a:pt x="4765622" y="8490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530868" y="372398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848576" y="375267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166284" y="377006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483993" y="376145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01701" y="391569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19409" y="390240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37117" y="346399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754825" y="347098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72533" y="358344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390241" y="368226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707950" y="389077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25658" y="391474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343366" y="3737572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661074" y="3505492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978782" y="325939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296490" y="320094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30868" y="292845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48576" y="2905282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66284" y="286109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483993" y="282515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01701" y="281787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19409" y="280206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437117" y="267653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54825" y="2688481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072533" y="2743521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90241" y="277579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07950" y="279254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025658" y="277086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343366" y="271155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661074" y="269432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978782" y="259603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296490" y="268093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530868" y="4179016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1848576" y="413437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166284" y="405391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83993" y="395715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801701" y="4077270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9409" y="406549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437117" y="368283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54825" y="365968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072533" y="3781509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390241" y="373360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07950" y="35800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25658" y="3422151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343366" y="328437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661074" y="324248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78782" y="351176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296490" y="456120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530868" y="328892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848576" y="326019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166284" y="31945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483993" y="312725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801701" y="313439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119409" y="313160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117" y="3008561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754825" y="302746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072533" y="305684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90241" y="318469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07950" y="324333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025658" y="321728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343366" y="316736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661074" y="333479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978782" y="32705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296490" y="347571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994653" y="5356889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94653" y="4644124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65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94653" y="3931359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94653" y="3218595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75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994653" y="2505830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94653" y="1793066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85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335420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970836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606252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3241669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877085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512501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147918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783334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101" name="tx101"/>
            <p:cNvSpPr/>
            <p:nvPr/>
          </p:nvSpPr>
          <p:spPr>
            <a:xfrm rot="-5400000">
              <a:off x="-213878" y="3558244"/>
              <a:ext cx="2041398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Canopy cover (%)</a:t>
              </a:r>
            </a:p>
          </p:txBody>
        </p:sp>
        <p:sp>
          <p:nvSpPr>
            <p:cNvPr id="102" name="pl102"/>
            <p:cNvSpPr/>
            <p:nvPr/>
          </p:nvSpPr>
          <p:spPr>
            <a:xfrm>
              <a:off x="6935511" y="33124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986118" y="32752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935511" y="35318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986118" y="349468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935511" y="37513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986118" y="371414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935511" y="39707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986118" y="393360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7246894" y="3245793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246894" y="3465249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7246894" y="3684705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246894" y="3904161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23472" y="1353372"/>
              <a:ext cx="6860560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USFS Tree Canopy Cover, all 30 m cells in each group's land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472" y="982552"/>
              <a:ext cx="5693145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Average tree canopy cover, by group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2026-10-08T12:35:55Z</dcterms:modified>
  <cp:category/>
</cp:coreProperties>
</file>