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4a942982d83f087baacf7e62dd74bd47a360baa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2026-10-08T12:35:59Z</dcterms:modified>
  <cp:category/>
</cp:coreProperties>
</file>