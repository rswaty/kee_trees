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a0f053c5d798ae79d657dd1a49ab2a01f12539a2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2026-10-08T12:35:58Z</dcterms:modified>
  <cp:category/>
</cp:coreProperties>
</file>