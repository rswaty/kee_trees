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76c239e9f862f30dfdfed240932859e3ab538d3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09600" y="594360"/>
            <a:ext cx="10972800" cy="56692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2026-10-14T07:57:40Z</dcterms:modified>
  <cp:category/>
</cp:coreProperties>
</file>