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620450" y="4780386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20450" y="3882437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20450" y="2984488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0450" y="2086540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841682" y="4579888"/>
              <a:ext cx="153989" cy="200498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252321" y="4685329"/>
              <a:ext cx="153989" cy="95056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662960" y="4656173"/>
              <a:ext cx="153989" cy="12421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073599" y="4739248"/>
              <a:ext cx="153989" cy="41138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484239" y="4629014"/>
              <a:ext cx="153989" cy="151371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894878" y="4370204"/>
              <a:ext cx="153989" cy="41018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05517" y="4317484"/>
              <a:ext cx="153989" cy="46290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716156" y="4025523"/>
              <a:ext cx="153989" cy="754863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5126796" y="3463969"/>
              <a:ext cx="153989" cy="1316417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5537435" y="3636509"/>
              <a:ext cx="153989" cy="1143877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5948074" y="4501207"/>
              <a:ext cx="153989" cy="279179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005937" y="3010252"/>
              <a:ext cx="153989" cy="177013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416577" y="4177694"/>
              <a:ext cx="153989" cy="602692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827216" y="2634019"/>
              <a:ext cx="153989" cy="2146367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237855" y="4224823"/>
              <a:ext cx="153989" cy="55556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648494" y="4123376"/>
              <a:ext cx="153989" cy="657010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059134" y="4086232"/>
              <a:ext cx="153989" cy="694154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469773" y="3049793"/>
              <a:ext cx="153989" cy="173059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880412" y="3321783"/>
              <a:ext cx="153989" cy="145860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291051" y="2768616"/>
              <a:ext cx="153989" cy="2011769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701691" y="3281444"/>
              <a:ext cx="153989" cy="1498942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112330" y="4555525"/>
              <a:ext cx="153989" cy="224861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601425" y="4780386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01425" y="3882437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6601425" y="2984488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601425" y="2086540"/>
              <a:ext cx="4867101" cy="0"/>
            </a:xfrm>
            <a:custGeom>
              <a:avLst/>
              <a:pathLst>
                <a:path w="4867101" h="0">
                  <a:moveTo>
                    <a:pt x="0" y="0"/>
                  </a:moveTo>
                  <a:lnTo>
                    <a:pt x="4867101" y="0"/>
                  </a:lnTo>
                  <a:lnTo>
                    <a:pt x="486710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822656" y="4609444"/>
              <a:ext cx="153989" cy="17094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233296" y="4640597"/>
              <a:ext cx="153989" cy="139789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43935" y="4567507"/>
              <a:ext cx="153989" cy="212879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8054574" y="4124175"/>
              <a:ext cx="153989" cy="656211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8465214" y="4673747"/>
              <a:ext cx="153989" cy="106639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8875853" y="4766008"/>
              <a:ext cx="153989" cy="14378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9286492" y="4557921"/>
              <a:ext cx="153989" cy="222464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9697131" y="4190874"/>
              <a:ext cx="153989" cy="589512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0107771" y="4543942"/>
              <a:ext cx="153989" cy="236443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0518410" y="4014740"/>
              <a:ext cx="153989" cy="765646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0929049" y="4780386"/>
              <a:ext cx="153989" cy="0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986912" y="2748647"/>
              <a:ext cx="153989" cy="2031739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397551" y="4386180"/>
              <a:ext cx="153989" cy="394206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808191" y="4265162"/>
              <a:ext cx="153989" cy="515223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8218830" y="3763917"/>
              <a:ext cx="153989" cy="1016468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8629469" y="4444492"/>
              <a:ext cx="153989" cy="335894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9040109" y="4724470"/>
              <a:ext cx="153989" cy="55915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9450748" y="4598660"/>
              <a:ext cx="153989" cy="181726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9861387" y="4443693"/>
              <a:ext cx="153989" cy="336692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0272026" y="4383784"/>
              <a:ext cx="153989" cy="396602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0682666" y="3286636"/>
              <a:ext cx="153989" cy="1493750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1093305" y="1853195"/>
              <a:ext cx="153989" cy="2927190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tx57"/>
            <p:cNvSpPr/>
            <p:nvPr/>
          </p:nvSpPr>
          <p:spPr>
            <a:xfrm>
              <a:off x="2817275" y="1463490"/>
              <a:ext cx="247345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Heartlands (2012–2022)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898742" y="1463490"/>
              <a:ext cx="227246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Songbird (2015–2025)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768181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589459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410738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232017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053295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874574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749156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70434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2017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391713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2019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212991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2021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0034270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2023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10855549" y="5029231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2025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401652" y="4713772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169029" y="3815823"/>
              <a:ext cx="348935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994653" y="2917874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1,000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994653" y="2019925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1,500</a:t>
              </a:r>
            </a:p>
          </p:txBody>
        </p:sp>
        <p:sp>
          <p:nvSpPr>
            <p:cNvPr id="75" name="tx75"/>
            <p:cNvSpPr/>
            <p:nvPr/>
          </p:nvSpPr>
          <p:spPr>
            <a:xfrm rot="-5400000">
              <a:off x="493455" y="3233443"/>
              <a:ext cx="626729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</a:t>
              </a:r>
            </a:p>
          </p:txBody>
        </p:sp>
        <p:sp>
          <p:nvSpPr>
            <p:cNvPr id="76" name="rc76"/>
            <p:cNvSpPr/>
            <p:nvPr/>
          </p:nvSpPr>
          <p:spPr>
            <a:xfrm>
              <a:off x="3870468" y="5556845"/>
              <a:ext cx="190001" cy="190001"/>
            </a:xfrm>
            <a:prstGeom prst="rect">
              <a:avLst/>
            </a:prstGeom>
            <a:solidFill>
              <a:srgbClr val="E6550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324687" y="5556845"/>
              <a:ext cx="190001" cy="190001"/>
            </a:xfrm>
            <a:prstGeom prst="rect">
              <a:avLst/>
            </a:prstGeom>
            <a:solidFill>
              <a:srgbClr val="2B8CB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4189070" y="5585232"/>
              <a:ext cx="200701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Hansen forest cleared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643289" y="5585232"/>
              <a:ext cx="25899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USFS canopy fell 15+ points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23472" y="982552"/>
              <a:ext cx="7656088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where canopy dropped, by year and source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2026-10-08T12:36:02Z</dcterms:modified>
  <cp:category/>
</cp:coreProperties>
</file>