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609600" y="868680"/>
            <a:ext cx="10972800" cy="5120640"/>
            <a:chOff x="609600" y="868680"/>
            <a:chExt cx="10972800" cy="5120640"/>
          </a:xfrm>
        </p:grpSpPr>
        <p:sp>
          <p:nvSpPr>
            <p:cNvPr id="3" name="rc3"/>
            <p:cNvSpPr/>
            <p:nvPr/>
          </p:nvSpPr>
          <p:spPr>
            <a:xfrm>
              <a:off x="609600" y="868680"/>
              <a:ext cx="10972800" cy="51206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609600" y="868680"/>
              <a:ext cx="10972800" cy="51206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620450" y="4780386"/>
              <a:ext cx="4867101" cy="0"/>
            </a:xfrm>
            <a:custGeom>
              <a:avLst/>
              <a:pathLst>
                <a:path w="4867101" h="0">
                  <a:moveTo>
                    <a:pt x="0" y="0"/>
                  </a:moveTo>
                  <a:lnTo>
                    <a:pt x="4867101" y="0"/>
                  </a:lnTo>
                  <a:lnTo>
                    <a:pt x="486710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620450" y="3882437"/>
              <a:ext cx="4867101" cy="0"/>
            </a:xfrm>
            <a:custGeom>
              <a:avLst/>
              <a:pathLst>
                <a:path w="4867101" h="0">
                  <a:moveTo>
                    <a:pt x="0" y="0"/>
                  </a:moveTo>
                  <a:lnTo>
                    <a:pt x="4867101" y="0"/>
                  </a:lnTo>
                  <a:lnTo>
                    <a:pt x="486710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620450" y="2984488"/>
              <a:ext cx="4867101" cy="0"/>
            </a:xfrm>
            <a:custGeom>
              <a:avLst/>
              <a:pathLst>
                <a:path w="4867101" h="0">
                  <a:moveTo>
                    <a:pt x="0" y="0"/>
                  </a:moveTo>
                  <a:lnTo>
                    <a:pt x="4867101" y="0"/>
                  </a:lnTo>
                  <a:lnTo>
                    <a:pt x="486710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20450" y="2086540"/>
              <a:ext cx="4867101" cy="0"/>
            </a:xfrm>
            <a:custGeom>
              <a:avLst/>
              <a:pathLst>
                <a:path w="4867101" h="0">
                  <a:moveTo>
                    <a:pt x="0" y="0"/>
                  </a:moveTo>
                  <a:lnTo>
                    <a:pt x="4867101" y="0"/>
                  </a:lnTo>
                  <a:lnTo>
                    <a:pt x="486710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1841682" y="4579888"/>
              <a:ext cx="153989" cy="200498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252321" y="4685329"/>
              <a:ext cx="153989" cy="95056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662960" y="4656173"/>
              <a:ext cx="153989" cy="124212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3073599" y="4739248"/>
              <a:ext cx="153989" cy="41138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3484239" y="4629014"/>
              <a:ext cx="153989" cy="151371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3894878" y="4370204"/>
              <a:ext cx="153989" cy="410182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305517" y="4317484"/>
              <a:ext cx="153989" cy="462902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16156" y="4025523"/>
              <a:ext cx="153989" cy="754863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5126796" y="3463969"/>
              <a:ext cx="153989" cy="1316417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5537435" y="3636509"/>
              <a:ext cx="153989" cy="1143877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948074" y="4501207"/>
              <a:ext cx="153989" cy="279179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2005937" y="3010252"/>
              <a:ext cx="153989" cy="1770133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2416577" y="4177694"/>
              <a:ext cx="153989" cy="602692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2827216" y="2634019"/>
              <a:ext cx="153989" cy="2146367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237855" y="4224823"/>
              <a:ext cx="153989" cy="555563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648494" y="4123376"/>
              <a:ext cx="153989" cy="657010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4059134" y="4086232"/>
              <a:ext cx="153989" cy="694154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4469773" y="3049793"/>
              <a:ext cx="153989" cy="1730593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4880412" y="3321783"/>
              <a:ext cx="153989" cy="1458603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291051" y="2768616"/>
              <a:ext cx="153989" cy="2011769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5701691" y="3281444"/>
              <a:ext cx="153989" cy="1498942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6112330" y="4555525"/>
              <a:ext cx="153989" cy="224861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601425" y="4780386"/>
              <a:ext cx="4867101" cy="0"/>
            </a:xfrm>
            <a:custGeom>
              <a:avLst/>
              <a:pathLst>
                <a:path w="4867101" h="0">
                  <a:moveTo>
                    <a:pt x="0" y="0"/>
                  </a:moveTo>
                  <a:lnTo>
                    <a:pt x="4867101" y="0"/>
                  </a:lnTo>
                  <a:lnTo>
                    <a:pt x="486710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601425" y="3882437"/>
              <a:ext cx="4867101" cy="0"/>
            </a:xfrm>
            <a:custGeom>
              <a:avLst/>
              <a:pathLst>
                <a:path w="4867101" h="0">
                  <a:moveTo>
                    <a:pt x="0" y="0"/>
                  </a:moveTo>
                  <a:lnTo>
                    <a:pt x="4867101" y="0"/>
                  </a:lnTo>
                  <a:lnTo>
                    <a:pt x="486710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6601425" y="2984488"/>
              <a:ext cx="4867101" cy="0"/>
            </a:xfrm>
            <a:custGeom>
              <a:avLst/>
              <a:pathLst>
                <a:path w="4867101" h="0">
                  <a:moveTo>
                    <a:pt x="0" y="0"/>
                  </a:moveTo>
                  <a:lnTo>
                    <a:pt x="4867101" y="0"/>
                  </a:lnTo>
                  <a:lnTo>
                    <a:pt x="486710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6601425" y="2086540"/>
              <a:ext cx="4867101" cy="0"/>
            </a:xfrm>
            <a:custGeom>
              <a:avLst/>
              <a:pathLst>
                <a:path w="4867101" h="0">
                  <a:moveTo>
                    <a:pt x="0" y="0"/>
                  </a:moveTo>
                  <a:lnTo>
                    <a:pt x="4867101" y="0"/>
                  </a:lnTo>
                  <a:lnTo>
                    <a:pt x="4867101" y="0"/>
                  </a:lnTo>
                </a:path>
              </a:pathLst>
            </a:custGeom>
            <a:ln w="2217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822656" y="4609444"/>
              <a:ext cx="153989" cy="170942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7233296" y="4640597"/>
              <a:ext cx="153989" cy="139789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643935" y="4567507"/>
              <a:ext cx="153989" cy="212879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8054574" y="4124175"/>
              <a:ext cx="153989" cy="656211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8465214" y="4673747"/>
              <a:ext cx="153989" cy="106639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8875853" y="4766008"/>
              <a:ext cx="153989" cy="14378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9286492" y="4557921"/>
              <a:ext cx="153989" cy="222464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9697131" y="4190874"/>
              <a:ext cx="153989" cy="589512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0107771" y="4543942"/>
              <a:ext cx="153989" cy="236443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0518410" y="4014740"/>
              <a:ext cx="153989" cy="765646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10929049" y="4780386"/>
              <a:ext cx="153989" cy="0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6986912" y="2748647"/>
              <a:ext cx="153989" cy="2031739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7397551" y="4386180"/>
              <a:ext cx="153989" cy="394206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7808191" y="4265162"/>
              <a:ext cx="153989" cy="515223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8218830" y="3763917"/>
              <a:ext cx="153989" cy="1016468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8629469" y="4444492"/>
              <a:ext cx="153989" cy="335894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9040109" y="4724470"/>
              <a:ext cx="153989" cy="55915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9450748" y="4598660"/>
              <a:ext cx="153989" cy="181726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9861387" y="4443693"/>
              <a:ext cx="153989" cy="336692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10272026" y="4383784"/>
              <a:ext cx="153989" cy="396602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10682666" y="3286636"/>
              <a:ext cx="153989" cy="1493750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11093305" y="1853195"/>
              <a:ext cx="153989" cy="2927190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tx57"/>
            <p:cNvSpPr/>
            <p:nvPr/>
          </p:nvSpPr>
          <p:spPr>
            <a:xfrm>
              <a:off x="2817275" y="1463490"/>
              <a:ext cx="2473452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1">
                  <a:solidFill>
                    <a:srgbClr val="1A1A1A">
                      <a:alpha val="100000"/>
                    </a:srgbClr>
                  </a:solidFill>
                  <a:latin typeface="DejaVu Sans"/>
                  <a:cs typeface="DejaVu Sans"/>
                </a:rPr>
                <a:t>Heartlands (2012–2022)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7898742" y="1463490"/>
              <a:ext cx="227246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1">
                  <a:solidFill>
                    <a:srgbClr val="1A1A1A">
                      <a:alpha val="100000"/>
                    </a:srgbClr>
                  </a:solidFill>
                  <a:latin typeface="DejaVu Sans"/>
                  <a:cs typeface="DejaVu Sans"/>
                </a:rPr>
                <a:t>Songbird (2015–2025)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1768181" y="5029231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2012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2589459" y="5029231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2014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3410738" y="5029231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2016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4232017" y="5029231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2018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5053295" y="5029231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5874574" y="5029231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2022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6749156" y="5029231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2015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570434" y="5029231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2017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8391713" y="5029231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2019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9212991" y="5029231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2021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10034270" y="5029231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2023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10855549" y="5029231"/>
              <a:ext cx="4652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2025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1401652" y="4713772"/>
              <a:ext cx="11631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1169029" y="3815823"/>
              <a:ext cx="348935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500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994653" y="2917874"/>
              <a:ext cx="52331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1,000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994653" y="2019925"/>
              <a:ext cx="523311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1,500</a:t>
              </a:r>
            </a:p>
          </p:txBody>
        </p:sp>
        <p:sp>
          <p:nvSpPr>
            <p:cNvPr id="75" name="tx75"/>
            <p:cNvSpPr/>
            <p:nvPr/>
          </p:nvSpPr>
          <p:spPr>
            <a:xfrm rot="-5400000">
              <a:off x="493455" y="3233443"/>
              <a:ext cx="626729" cy="1666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Acres</a:t>
              </a:r>
            </a:p>
          </p:txBody>
        </p:sp>
        <p:sp>
          <p:nvSpPr>
            <p:cNvPr id="76" name="rc76"/>
            <p:cNvSpPr/>
            <p:nvPr/>
          </p:nvSpPr>
          <p:spPr>
            <a:xfrm>
              <a:off x="3870468" y="5556845"/>
              <a:ext cx="190001" cy="190001"/>
            </a:xfrm>
            <a:prstGeom prst="rect">
              <a:avLst/>
            </a:prstGeom>
            <a:solidFill>
              <a:srgbClr val="E6550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6324687" y="5556845"/>
              <a:ext cx="190001" cy="190001"/>
            </a:xfrm>
            <a:prstGeom prst="rect">
              <a:avLst/>
            </a:prstGeom>
            <a:solidFill>
              <a:srgbClr val="2B8CB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tx78"/>
            <p:cNvSpPr/>
            <p:nvPr/>
          </p:nvSpPr>
          <p:spPr>
            <a:xfrm>
              <a:off x="4189070" y="5585232"/>
              <a:ext cx="200701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Hansen forest cleared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6643289" y="5585232"/>
              <a:ext cx="2589946" cy="1332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4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USFS canopy fell 15+ points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723472" y="982552"/>
              <a:ext cx="7656088" cy="1998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216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Acres where canopy dropped, by year and source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rswaty</cp:lastModifiedBy>
  <cp:revision>3</cp:revision>
  <dcterms:created xsi:type="dcterms:W3CDTF">2017-02-13T16:18:36Z</dcterms:created>
  <dcterms:modified xsi:type="dcterms:W3CDTF">2026-10-14T07:57:43Z</dcterms:modified>
  <cp:category/>
</cp:coreProperties>
</file>