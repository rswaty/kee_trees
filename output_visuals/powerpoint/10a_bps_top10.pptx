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12192000" cy="6858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609600" y="411480"/>
            <a:ext cx="10972800" cy="6035040"/>
            <a:chOff x="609600" y="411480"/>
            <a:chExt cx="10972800" cy="6035040"/>
          </a:xfrm>
        </p:grpSpPr>
        <p:sp>
          <p:nvSpPr>
            <p:cNvPr id="3" name="rc3"/>
            <p:cNvSpPr/>
            <p:nvPr/>
          </p:nvSpPr>
          <p:spPr>
            <a:xfrm>
              <a:off x="609600" y="411480"/>
              <a:ext cx="10972800" cy="60350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609600" y="411480"/>
              <a:ext cx="10972800" cy="60350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4357887" y="1088897"/>
              <a:ext cx="0" cy="4209524"/>
            </a:xfrm>
            <a:custGeom>
              <a:avLst/>
              <a:pathLst>
                <a:path w="0" h="4209524">
                  <a:moveTo>
                    <a:pt x="0" y="42095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847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5677059" y="1088897"/>
              <a:ext cx="0" cy="4209524"/>
            </a:xfrm>
            <a:custGeom>
              <a:avLst/>
              <a:pathLst>
                <a:path w="0" h="4209524">
                  <a:moveTo>
                    <a:pt x="0" y="42095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847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6996230" y="1088897"/>
              <a:ext cx="0" cy="4209524"/>
            </a:xfrm>
            <a:custGeom>
              <a:avLst/>
              <a:pathLst>
                <a:path w="0" h="4209524">
                  <a:moveTo>
                    <a:pt x="0" y="42095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847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315402" y="1088897"/>
              <a:ext cx="0" cy="4209524"/>
            </a:xfrm>
            <a:custGeom>
              <a:avLst/>
              <a:pathLst>
                <a:path w="0" h="4209524">
                  <a:moveTo>
                    <a:pt x="0" y="42095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847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634573" y="1088897"/>
              <a:ext cx="0" cy="4209524"/>
            </a:xfrm>
            <a:custGeom>
              <a:avLst/>
              <a:pathLst>
                <a:path w="0" h="4209524">
                  <a:moveTo>
                    <a:pt x="0" y="42095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847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953745" y="1088897"/>
              <a:ext cx="0" cy="4209524"/>
            </a:xfrm>
            <a:custGeom>
              <a:avLst/>
              <a:pathLst>
                <a:path w="0" h="4209524">
                  <a:moveTo>
                    <a:pt x="0" y="42095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8478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4357887" y="1192071"/>
              <a:ext cx="6199667" cy="288888"/>
            </a:xfrm>
            <a:prstGeom prst="rect">
              <a:avLst/>
            </a:prstGeom>
            <a:solidFill>
              <a:srgbClr val="66A6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4357887" y="1604770"/>
              <a:ext cx="1510794" cy="288888"/>
            </a:xfrm>
            <a:prstGeom prst="rect">
              <a:avLst/>
            </a:prstGeom>
            <a:solidFill>
              <a:srgbClr val="41B6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4357887" y="2017468"/>
              <a:ext cx="1027825" cy="288888"/>
            </a:xfrm>
            <a:prstGeom prst="rect">
              <a:avLst/>
            </a:prstGeom>
            <a:solidFill>
              <a:srgbClr val="1B783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4357887" y="2430167"/>
              <a:ext cx="685313" cy="288888"/>
            </a:xfrm>
            <a:prstGeom prst="rect">
              <a:avLst/>
            </a:prstGeom>
            <a:solidFill>
              <a:srgbClr val="1B783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4357887" y="2842865"/>
              <a:ext cx="633779" cy="288888"/>
            </a:xfrm>
            <a:prstGeom prst="rect">
              <a:avLst/>
            </a:prstGeom>
            <a:solidFill>
              <a:srgbClr val="A6D9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4357887" y="3255564"/>
              <a:ext cx="494208" cy="288888"/>
            </a:xfrm>
            <a:prstGeom prst="rect">
              <a:avLst/>
            </a:prstGeom>
            <a:solidFill>
              <a:srgbClr val="41B6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4357887" y="3668262"/>
              <a:ext cx="367413" cy="288888"/>
            </a:xfrm>
            <a:prstGeom prst="rect">
              <a:avLst/>
            </a:prstGeom>
            <a:solidFill>
              <a:srgbClr val="66A6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4357887" y="4080960"/>
              <a:ext cx="145705" cy="288888"/>
            </a:xfrm>
            <a:prstGeom prst="rect">
              <a:avLst/>
            </a:prstGeom>
            <a:solidFill>
              <a:srgbClr val="A6D9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4357887" y="4493659"/>
              <a:ext cx="106668" cy="288888"/>
            </a:xfrm>
            <a:prstGeom prst="rect">
              <a:avLst/>
            </a:prstGeom>
            <a:solidFill>
              <a:srgbClr val="1B783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4357887" y="4906357"/>
              <a:ext cx="95447" cy="288888"/>
            </a:xfrm>
            <a:prstGeom prst="rect">
              <a:avLst/>
            </a:prstGeom>
            <a:solidFill>
              <a:srgbClr val="41B6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10614943" y="1270679"/>
              <a:ext cx="57387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54.6%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5926069" y="1683377"/>
              <a:ext cx="57387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13.3%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5431607" y="2096076"/>
              <a:ext cx="45893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9.1%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5071858" y="2508774"/>
              <a:ext cx="286572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6%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5037560" y="2921473"/>
              <a:ext cx="45893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5.6%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897989" y="3334171"/>
              <a:ext cx="45893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4.4%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771194" y="3746870"/>
              <a:ext cx="45893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3.2%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549487" y="4159568"/>
              <a:ext cx="45893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1.3%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510450" y="4572267"/>
              <a:ext cx="45893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0.9%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499228" y="4984965"/>
              <a:ext cx="458937" cy="131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22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0.8%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265935" y="4995252"/>
              <a:ext cx="3006547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Laurentian-Acadian Floodplain Systems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1123197" y="4500258"/>
              <a:ext cx="3149285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Boreal Jack Pine-Black Spruce Forest-Pine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685255" y="4664850"/>
              <a:ext cx="587227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Barrens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4494" y="4169855"/>
              <a:ext cx="3567988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Laurentian-Acadian Northern Pine(-Oak) Forest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169740" y="3674861"/>
              <a:ext cx="3102742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Laurentian-Acadian Northern Hardwoods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57157" y="3839453"/>
              <a:ext cx="3015325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Forest-Northern Sugar Maple-Basswood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878858" y="3344458"/>
              <a:ext cx="2393624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Boreal Acidic Peatland Systems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78413" y="2849464"/>
              <a:ext cx="3394069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Laurentian-Acadian Pine-Hemlock-Hardwood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04584" y="3014056"/>
              <a:ext cx="467898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Forest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660407" y="2436765"/>
              <a:ext cx="2612075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Boreal White Spruce-Fir-Hardwood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181329" y="2601357"/>
              <a:ext cx="1091153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Forest-Coastal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660407" y="2024067"/>
              <a:ext cx="2612075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Boreal White Spruce-Fir-Hardwood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78713" y="2188659"/>
              <a:ext cx="993769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Forest-Inland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31194" y="1611368"/>
              <a:ext cx="3541288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Laurentian-Acadian Alkaline Conifer-Hardwood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712412" y="1775960"/>
              <a:ext cx="560070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Swamp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169740" y="1198670"/>
              <a:ext cx="3102742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Laurentian-Acadian Northern Hardwoods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084860" y="1363262"/>
              <a:ext cx="1187622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Forest-Hemlock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309378" y="5383826"/>
              <a:ext cx="97017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361774" y="5383826"/>
              <a:ext cx="630570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100,000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680945" y="5383826"/>
              <a:ext cx="630570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200,000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000117" y="5383826"/>
              <a:ext cx="630570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300,000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319288" y="5383826"/>
              <a:ext cx="630570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400,000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10638460" y="5383826"/>
              <a:ext cx="630570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4D4D4D">
                      <a:alpha val="100000"/>
                    </a:srgbClr>
                  </a:solidFill>
                  <a:latin typeface="DejaVu Sans"/>
                  <a:cs typeface="DejaVu Sans"/>
                </a:rPr>
                <a:t>500,000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661635" y="5574102"/>
              <a:ext cx="522122" cy="1388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5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Acres</a:t>
              </a:r>
            </a:p>
          </p:txBody>
        </p:sp>
        <p:sp>
          <p:nvSpPr>
            <p:cNvPr id="55" name="rc55"/>
            <p:cNvSpPr/>
            <p:nvPr/>
          </p:nvSpPr>
          <p:spPr>
            <a:xfrm>
              <a:off x="5498074" y="6049548"/>
              <a:ext cx="194910" cy="194910"/>
            </a:xfrm>
            <a:prstGeom prst="rect">
              <a:avLst/>
            </a:prstGeom>
            <a:solidFill>
              <a:srgbClr val="1B783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456141" y="6049548"/>
              <a:ext cx="194910" cy="194910"/>
            </a:xfrm>
            <a:prstGeom prst="rect">
              <a:avLst/>
            </a:prstGeom>
            <a:solidFill>
              <a:srgbClr val="66A6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638144" y="6049548"/>
              <a:ext cx="194910" cy="194910"/>
            </a:xfrm>
            <a:prstGeom prst="rect">
              <a:avLst/>
            </a:prstGeom>
            <a:solidFill>
              <a:srgbClr val="A6D9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9424018" y="6049548"/>
              <a:ext cx="194910" cy="194910"/>
            </a:xfrm>
            <a:prstGeom prst="rect">
              <a:avLst/>
            </a:prstGeom>
            <a:solidFill>
              <a:srgbClr val="41B6C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5800151" y="6091453"/>
              <a:ext cx="548822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Conifer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758218" y="6091453"/>
              <a:ext cx="772759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Hardwood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940222" y="6091453"/>
              <a:ext cx="1376629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Hardwood-Conifer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9726095" y="6091453"/>
              <a:ext cx="633496" cy="1110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Riparian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04494" y="815512"/>
              <a:ext cx="6361663" cy="1388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500" i="0" b="0">
                  <a:solidFill>
                    <a:srgbClr val="595959">
                      <a:alpha val="100000"/>
                    </a:srgbClr>
                  </a:solidFill>
                  <a:latin typeface="DejaVu Sans"/>
                  <a:cs typeface="DejaVu Sans"/>
                </a:rPr>
                <a:t>Top 10 LANDFIRE Biophysical Settings (2020), percent of land area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04494" y="506374"/>
              <a:ext cx="5002682" cy="1666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1">
                  <a:solidFill>
                    <a:srgbClr val="000000">
                      <a:alpha val="100000"/>
                    </a:srgbClr>
                  </a:solidFill>
                  <a:latin typeface="DejaVu Sans"/>
                  <a:cs typeface="DejaVu Sans"/>
                </a:rPr>
                <a:t>What the land would naturally support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rswaty</cp:lastModifiedBy>
  <cp:revision>3</cp:revision>
  <dcterms:created xsi:type="dcterms:W3CDTF">2017-02-13T16:18:36Z</dcterms:created>
  <dcterms:modified xsi:type="dcterms:W3CDTF">2026-10-08T12:36:06Z</dcterms:modified>
  <cp:category/>
</cp:coreProperties>
</file>