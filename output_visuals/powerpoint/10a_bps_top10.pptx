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411480"/>
            <a:ext cx="10972800" cy="6035040"/>
            <a:chOff x="609600" y="411480"/>
            <a:chExt cx="10972800" cy="6035040"/>
          </a:xfrm>
        </p:grpSpPr>
        <p:sp>
          <p:nvSpPr>
            <p:cNvPr id="3" name="rc3"/>
            <p:cNvSpPr/>
            <p:nvPr/>
          </p:nvSpPr>
          <p:spPr>
            <a:xfrm>
              <a:off x="609600" y="411480"/>
              <a:ext cx="10972800" cy="6035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411480"/>
              <a:ext cx="10972800" cy="6035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357887" y="1088897"/>
              <a:ext cx="0" cy="4209524"/>
            </a:xfrm>
            <a:custGeom>
              <a:avLst/>
              <a:pathLst>
                <a:path w="0" h="4209524">
                  <a:moveTo>
                    <a:pt x="0" y="42095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677059" y="1088897"/>
              <a:ext cx="0" cy="4209524"/>
            </a:xfrm>
            <a:custGeom>
              <a:avLst/>
              <a:pathLst>
                <a:path w="0" h="4209524">
                  <a:moveTo>
                    <a:pt x="0" y="42095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996230" y="1088897"/>
              <a:ext cx="0" cy="4209524"/>
            </a:xfrm>
            <a:custGeom>
              <a:avLst/>
              <a:pathLst>
                <a:path w="0" h="4209524">
                  <a:moveTo>
                    <a:pt x="0" y="42095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315402" y="1088897"/>
              <a:ext cx="0" cy="4209524"/>
            </a:xfrm>
            <a:custGeom>
              <a:avLst/>
              <a:pathLst>
                <a:path w="0" h="4209524">
                  <a:moveTo>
                    <a:pt x="0" y="42095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634573" y="1088897"/>
              <a:ext cx="0" cy="4209524"/>
            </a:xfrm>
            <a:custGeom>
              <a:avLst/>
              <a:pathLst>
                <a:path w="0" h="4209524">
                  <a:moveTo>
                    <a:pt x="0" y="42095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953745" y="1088897"/>
              <a:ext cx="0" cy="4209524"/>
            </a:xfrm>
            <a:custGeom>
              <a:avLst/>
              <a:pathLst>
                <a:path w="0" h="4209524">
                  <a:moveTo>
                    <a:pt x="0" y="42095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357887" y="1192071"/>
              <a:ext cx="6199667" cy="28888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57887" y="1604770"/>
              <a:ext cx="1510794" cy="288888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357887" y="2017468"/>
              <a:ext cx="1027825" cy="288888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357887" y="2430167"/>
              <a:ext cx="685313" cy="288888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357887" y="2842865"/>
              <a:ext cx="633779" cy="288888"/>
            </a:xfrm>
            <a:prstGeom prst="rect">
              <a:avLst/>
            </a:prstGeom>
            <a:solidFill>
              <a:srgbClr val="A6D9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57887" y="3255564"/>
              <a:ext cx="494208" cy="288888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357887" y="3668262"/>
              <a:ext cx="367413" cy="28888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357887" y="4080960"/>
              <a:ext cx="145705" cy="288888"/>
            </a:xfrm>
            <a:prstGeom prst="rect">
              <a:avLst/>
            </a:prstGeom>
            <a:solidFill>
              <a:srgbClr val="A6D9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357887" y="4493659"/>
              <a:ext cx="106668" cy="288888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357887" y="4906357"/>
              <a:ext cx="95447" cy="288888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10614943" y="1270679"/>
              <a:ext cx="57387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54.6%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926069" y="1683377"/>
              <a:ext cx="57387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13.3%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431607" y="2096076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9.1%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071858" y="2508774"/>
              <a:ext cx="286572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037560" y="2921473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5.6%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897989" y="3334171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4.4%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771194" y="3746870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3.2%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549487" y="4159568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1.3%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510450" y="4572267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499228" y="4984965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265935" y="4995252"/>
              <a:ext cx="300654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Floodplain Systems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123197" y="4500258"/>
              <a:ext cx="314928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Boreal Jack Pine-Black Spruce Forest-Pine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685255" y="4664850"/>
              <a:ext cx="58722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Barrens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04494" y="4169855"/>
              <a:ext cx="356798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Northern Pine(-Oak) Forest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169740" y="3674861"/>
              <a:ext cx="310274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Northern Hardwoods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257157" y="3839453"/>
              <a:ext cx="301532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Forest-Northern Sugar Maple-Basswood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878858" y="3344458"/>
              <a:ext cx="2393624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Boreal Acidic Peatland Systems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78413" y="2849464"/>
              <a:ext cx="339406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Pine-Hemlock-Hardwood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04584" y="3014056"/>
              <a:ext cx="46789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660407" y="2436765"/>
              <a:ext cx="261207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Boreal White Spruce-Fir-Hardwood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181329" y="2601357"/>
              <a:ext cx="1091153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Forest-Coastal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660407" y="2024067"/>
              <a:ext cx="261207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Boreal White Spruce-Fir-Hardwood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78713" y="2188659"/>
              <a:ext cx="99376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Forest-Inland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31194" y="1611368"/>
              <a:ext cx="354128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Alkaline Conifer-Hardwood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712412" y="1775960"/>
              <a:ext cx="5600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Swamp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169740" y="1198670"/>
              <a:ext cx="310274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Northern Hardwoods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084860" y="1363262"/>
              <a:ext cx="118762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Forest-Hemlock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309378" y="5383826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61774" y="5383826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100,000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680945" y="5383826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200,000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000117" y="5383826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300,000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319288" y="5383826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400,000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0638460" y="5383826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500,000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7661635" y="5574102"/>
              <a:ext cx="522122" cy="1388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5498074" y="6049548"/>
              <a:ext cx="194910" cy="194910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6456141" y="6049548"/>
              <a:ext cx="194910" cy="19491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638144" y="6049548"/>
              <a:ext cx="194910" cy="194910"/>
            </a:xfrm>
            <a:prstGeom prst="rect">
              <a:avLst/>
            </a:prstGeom>
            <a:solidFill>
              <a:srgbClr val="A6D9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9424018" y="6049548"/>
              <a:ext cx="194910" cy="194910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5800151" y="6091453"/>
              <a:ext cx="54882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Conifer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758218" y="6091453"/>
              <a:ext cx="77275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Hardwood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940222" y="6091453"/>
              <a:ext cx="137662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Hardwood-Conifer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9726095" y="6091453"/>
              <a:ext cx="63349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Riparian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04494" y="815512"/>
              <a:ext cx="6361663" cy="1388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Top 10 LANDFIRE Biophysical Settings (2020), percent of land area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04494" y="506374"/>
              <a:ext cx="5002682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What the land would naturally support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2026-10-14T07:57:48Z</dcterms:modified>
  <cp:category/>
</cp:coreProperties>
</file>