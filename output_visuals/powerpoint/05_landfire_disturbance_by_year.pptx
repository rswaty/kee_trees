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868680"/>
            <a:ext cx="10972800" cy="5120640"/>
            <a:chOff x="609600" y="868680"/>
            <a:chExt cx="10972800" cy="5120640"/>
          </a:xfrm>
        </p:grpSpPr>
        <p:sp>
          <p:nvSpPr>
            <p:cNvPr id="3" name="rc3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868680"/>
              <a:ext cx="10972799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329762" y="5427742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329762" y="4016396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29762" y="2605050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68043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03459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8876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474292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09708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45125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380541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015957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568043" y="3969431"/>
              <a:ext cx="4765622" cy="1324018"/>
            </a:xfrm>
            <a:custGeom>
              <a:avLst/>
              <a:pathLst>
                <a:path w="4765622" h="1324018">
                  <a:moveTo>
                    <a:pt x="0" y="936175"/>
                  </a:moveTo>
                  <a:lnTo>
                    <a:pt x="317708" y="1070716"/>
                  </a:lnTo>
                  <a:lnTo>
                    <a:pt x="635416" y="736203"/>
                  </a:lnTo>
                  <a:lnTo>
                    <a:pt x="953124" y="1324018"/>
                  </a:lnTo>
                  <a:lnTo>
                    <a:pt x="1270832" y="1295139"/>
                  </a:lnTo>
                  <a:lnTo>
                    <a:pt x="1588540" y="1034851"/>
                  </a:lnTo>
                  <a:lnTo>
                    <a:pt x="1906248" y="691169"/>
                  </a:lnTo>
                  <a:lnTo>
                    <a:pt x="2223957" y="681688"/>
                  </a:lnTo>
                  <a:lnTo>
                    <a:pt x="2541665" y="1121426"/>
                  </a:lnTo>
                  <a:lnTo>
                    <a:pt x="2859373" y="716243"/>
                  </a:lnTo>
                  <a:lnTo>
                    <a:pt x="3177081" y="791467"/>
                  </a:lnTo>
                  <a:lnTo>
                    <a:pt x="3494789" y="597919"/>
                  </a:lnTo>
                  <a:lnTo>
                    <a:pt x="3812497" y="518953"/>
                  </a:lnTo>
                  <a:lnTo>
                    <a:pt x="4130206" y="0"/>
                  </a:lnTo>
                  <a:lnTo>
                    <a:pt x="4447914" y="925945"/>
                  </a:lnTo>
                  <a:lnTo>
                    <a:pt x="4765622" y="572720"/>
                  </a:lnTo>
                </a:path>
              </a:pathLst>
            </a:custGeom>
            <a:ln w="35231" cap="flat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568043" y="3424774"/>
              <a:ext cx="4765622" cy="1998728"/>
            </a:xfrm>
            <a:custGeom>
              <a:avLst/>
              <a:pathLst>
                <a:path w="4765622" h="1998728">
                  <a:moveTo>
                    <a:pt x="0" y="1795637"/>
                  </a:moveTo>
                  <a:lnTo>
                    <a:pt x="317708" y="1606420"/>
                  </a:lnTo>
                  <a:lnTo>
                    <a:pt x="635416" y="1635901"/>
                  </a:lnTo>
                  <a:lnTo>
                    <a:pt x="953124" y="1595630"/>
                  </a:lnTo>
                  <a:lnTo>
                    <a:pt x="1270832" y="1947666"/>
                  </a:lnTo>
                  <a:lnTo>
                    <a:pt x="1588540" y="1832633"/>
                  </a:lnTo>
                  <a:lnTo>
                    <a:pt x="1906248" y="1515087"/>
                  </a:lnTo>
                  <a:lnTo>
                    <a:pt x="2223957" y="1614898"/>
                  </a:lnTo>
                  <a:lnTo>
                    <a:pt x="2541665" y="1073259"/>
                  </a:lnTo>
                  <a:lnTo>
                    <a:pt x="2859373" y="1411037"/>
                  </a:lnTo>
                  <a:lnTo>
                    <a:pt x="3177081" y="686539"/>
                  </a:lnTo>
                  <a:lnTo>
                    <a:pt x="3494789" y="0"/>
                  </a:lnTo>
                  <a:lnTo>
                    <a:pt x="3812497" y="1659023"/>
                  </a:lnTo>
                  <a:lnTo>
                    <a:pt x="4130206" y="1998728"/>
                  </a:lnTo>
                  <a:lnTo>
                    <a:pt x="4447914" y="1889668"/>
                  </a:lnTo>
                  <a:lnTo>
                    <a:pt x="4765622" y="1795252"/>
                  </a:lnTo>
                </a:path>
              </a:pathLst>
            </a:custGeom>
            <a:ln w="35231" cap="flat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68043" y="1859680"/>
              <a:ext cx="4765622" cy="3562598"/>
            </a:xfrm>
            <a:custGeom>
              <a:avLst/>
              <a:pathLst>
                <a:path w="4765622" h="3562598">
                  <a:moveTo>
                    <a:pt x="0" y="2091597"/>
                  </a:moveTo>
                  <a:lnTo>
                    <a:pt x="317708" y="2731859"/>
                  </a:lnTo>
                  <a:lnTo>
                    <a:pt x="635416" y="3286899"/>
                  </a:lnTo>
                  <a:lnTo>
                    <a:pt x="953124" y="3425659"/>
                  </a:lnTo>
                  <a:lnTo>
                    <a:pt x="1270832" y="3256307"/>
                  </a:lnTo>
                  <a:lnTo>
                    <a:pt x="1588540" y="2714742"/>
                  </a:lnTo>
                  <a:lnTo>
                    <a:pt x="1906248" y="3092417"/>
                  </a:lnTo>
                  <a:lnTo>
                    <a:pt x="2223957" y="2564328"/>
                  </a:lnTo>
                  <a:lnTo>
                    <a:pt x="2541665" y="2541383"/>
                  </a:lnTo>
                  <a:lnTo>
                    <a:pt x="2859373" y="3193300"/>
                  </a:lnTo>
                  <a:lnTo>
                    <a:pt x="3177081" y="3562598"/>
                  </a:lnTo>
                  <a:lnTo>
                    <a:pt x="3494789" y="3092417"/>
                  </a:lnTo>
                  <a:lnTo>
                    <a:pt x="3812497" y="2942731"/>
                  </a:lnTo>
                  <a:lnTo>
                    <a:pt x="4130206" y="3092417"/>
                  </a:lnTo>
                  <a:lnTo>
                    <a:pt x="4447914" y="1919695"/>
                  </a:lnTo>
                  <a:lnTo>
                    <a:pt x="4765622" y="0"/>
                  </a:lnTo>
                </a:path>
              </a:pathLst>
            </a:custGeom>
            <a:ln w="35231" cap="flat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568043" y="4080863"/>
              <a:ext cx="4765622" cy="1279775"/>
            </a:xfrm>
            <a:custGeom>
              <a:avLst/>
              <a:pathLst>
                <a:path w="4765622" h="1279775">
                  <a:moveTo>
                    <a:pt x="0" y="685001"/>
                  </a:moveTo>
                  <a:lnTo>
                    <a:pt x="317708" y="0"/>
                  </a:lnTo>
                  <a:lnTo>
                    <a:pt x="635416" y="645015"/>
                  </a:lnTo>
                  <a:lnTo>
                    <a:pt x="953124" y="1222927"/>
                  </a:lnTo>
                  <a:lnTo>
                    <a:pt x="1270832" y="1279775"/>
                  </a:lnTo>
                  <a:lnTo>
                    <a:pt x="1588540" y="1158714"/>
                  </a:lnTo>
                  <a:lnTo>
                    <a:pt x="1906248" y="842745"/>
                  </a:lnTo>
                  <a:lnTo>
                    <a:pt x="2223957" y="807025"/>
                  </a:lnTo>
                  <a:lnTo>
                    <a:pt x="2541665" y="931459"/>
                  </a:lnTo>
                  <a:lnTo>
                    <a:pt x="2859373" y="770136"/>
                  </a:lnTo>
                  <a:lnTo>
                    <a:pt x="3177081" y="860501"/>
                  </a:lnTo>
                  <a:lnTo>
                    <a:pt x="3494789" y="395529"/>
                  </a:lnTo>
                  <a:lnTo>
                    <a:pt x="3812497" y="358571"/>
                  </a:lnTo>
                  <a:lnTo>
                    <a:pt x="4130206" y="422714"/>
                  </a:lnTo>
                  <a:lnTo>
                    <a:pt x="4447914" y="1186312"/>
                  </a:lnTo>
                  <a:lnTo>
                    <a:pt x="4765622" y="673576"/>
                  </a:lnTo>
                </a:path>
              </a:pathLst>
            </a:custGeom>
            <a:ln w="35231" cap="flat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30868" y="5183237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48576" y="4994020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166284" y="5023500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83993" y="4983229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01701" y="5335266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119409" y="5220233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437117" y="4902686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754825" y="500249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2533" y="446085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390241" y="4798636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07950" y="407413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025658" y="3387599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343366" y="5046623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61074" y="538632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978782" y="5277267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296490" y="5182851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530868" y="4728690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848576" y="4043688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166284" y="4688703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83993" y="5266615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01701" y="5323464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19409" y="5202403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437117" y="4886434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754825" y="4850714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072533" y="4975147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390241" y="4813825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707950" y="4904190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25658" y="4439218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343366" y="4402259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661074" y="4466403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978782" y="5230001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6296490" y="4717265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530868" y="3914102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48576" y="455436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66284" y="510940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483993" y="524816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801701" y="5078812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119409" y="4537247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437117" y="4914922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754825" y="4386833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072533" y="4363888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390241" y="501580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707950" y="5385104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025658" y="4914922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343366" y="4765236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661074" y="4914922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978782" y="3742200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96490" y="182250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1530868" y="4868432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848576" y="5002973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166284" y="4668460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483993" y="5256275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01701" y="522739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119409" y="4967108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437117" y="462342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754825" y="4613945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072533" y="5053683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390241" y="4648500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707950" y="4723723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025658" y="453017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343366" y="4451210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61074" y="393225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978782" y="4858202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296490" y="4504977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tx84"/>
            <p:cNvSpPr/>
            <p:nvPr/>
          </p:nvSpPr>
          <p:spPr>
            <a:xfrm>
              <a:off x="1110965" y="5361128"/>
              <a:ext cx="116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110965" y="3949782"/>
              <a:ext cx="116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94653" y="2538436"/>
              <a:ext cx="23262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335420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1970836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2012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2606252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2014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3241669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2016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3877085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2018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4512501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5147918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2022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5783334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2024</a:t>
              </a:r>
            </a:p>
          </p:txBody>
        </p:sp>
        <p:sp>
          <p:nvSpPr>
            <p:cNvPr id="95" name="tx95"/>
            <p:cNvSpPr/>
            <p:nvPr/>
          </p:nvSpPr>
          <p:spPr>
            <a:xfrm rot="-5400000">
              <a:off x="-319400" y="3558244"/>
              <a:ext cx="2252441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% of area disturbed</a:t>
              </a:r>
            </a:p>
          </p:txBody>
        </p:sp>
        <p:sp>
          <p:nvSpPr>
            <p:cNvPr id="96" name="pl96"/>
            <p:cNvSpPr/>
            <p:nvPr/>
          </p:nvSpPr>
          <p:spPr>
            <a:xfrm>
              <a:off x="6935511" y="3312407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986118" y="3275232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935511" y="353186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6986118" y="349468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935511" y="375131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986118" y="3714144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935511" y="397077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986118" y="3933600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tx104"/>
            <p:cNvSpPr/>
            <p:nvPr/>
          </p:nvSpPr>
          <p:spPr>
            <a:xfrm>
              <a:off x="7246894" y="3245793"/>
              <a:ext cx="1360444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Verdant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246894" y="3465249"/>
              <a:ext cx="4107759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The Nature Conservancy (Heartlands)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7246894" y="3684705"/>
              <a:ext cx="403808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Verdant → American Songbird (2026)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246894" y="3904161"/>
              <a:ext cx="261326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Other private → same owner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23472" y="1353372"/>
              <a:ext cx="4576572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LANDFIRE Annual Disturbance, all types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723472" y="982552"/>
              <a:ext cx="7340803" cy="1998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16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Share of each group's land disturbed each year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2026-10-08T12:35:57Z</dcterms:modified>
  <cp:category/>
</cp:coreProperties>
</file>