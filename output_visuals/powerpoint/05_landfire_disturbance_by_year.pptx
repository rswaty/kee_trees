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12192000" cy="685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609600" y="868680"/>
            <a:ext cx="10972800" cy="5120640"/>
            <a:chOff x="609600" y="868680"/>
            <a:chExt cx="10972800" cy="5120640"/>
          </a:xfrm>
        </p:grpSpPr>
        <p:sp>
          <p:nvSpPr>
            <p:cNvPr id="3" name="rc3"/>
            <p:cNvSpPr/>
            <p:nvPr/>
          </p:nvSpPr>
          <p:spPr>
            <a:xfrm>
              <a:off x="609600" y="868680"/>
              <a:ext cx="10972800" cy="51206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609600" y="868680"/>
              <a:ext cx="10972799" cy="51206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329762" y="5423503"/>
              <a:ext cx="4262039" cy="0"/>
            </a:xfrm>
            <a:custGeom>
              <a:avLst/>
              <a:pathLst>
                <a:path w="4262039" h="0">
                  <a:moveTo>
                    <a:pt x="0" y="0"/>
                  </a:moveTo>
                  <a:lnTo>
                    <a:pt x="4262039" y="0"/>
                  </a:lnTo>
                  <a:lnTo>
                    <a:pt x="4262039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329762" y="4488105"/>
              <a:ext cx="4262039" cy="0"/>
            </a:xfrm>
            <a:custGeom>
              <a:avLst/>
              <a:pathLst>
                <a:path w="4262039" h="0">
                  <a:moveTo>
                    <a:pt x="0" y="0"/>
                  </a:moveTo>
                  <a:lnTo>
                    <a:pt x="4262039" y="0"/>
                  </a:lnTo>
                  <a:lnTo>
                    <a:pt x="4262039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329762" y="3552707"/>
              <a:ext cx="4262039" cy="0"/>
            </a:xfrm>
            <a:custGeom>
              <a:avLst/>
              <a:pathLst>
                <a:path w="4262039" h="0">
                  <a:moveTo>
                    <a:pt x="0" y="0"/>
                  </a:moveTo>
                  <a:lnTo>
                    <a:pt x="4262039" y="0"/>
                  </a:lnTo>
                  <a:lnTo>
                    <a:pt x="4262039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29762" y="2617309"/>
              <a:ext cx="4262039" cy="0"/>
            </a:xfrm>
            <a:custGeom>
              <a:avLst/>
              <a:pathLst>
                <a:path w="4262039" h="0">
                  <a:moveTo>
                    <a:pt x="0" y="0"/>
                  </a:moveTo>
                  <a:lnTo>
                    <a:pt x="4262039" y="0"/>
                  </a:lnTo>
                  <a:lnTo>
                    <a:pt x="4262039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329762" y="1681911"/>
              <a:ext cx="4262039" cy="0"/>
            </a:xfrm>
            <a:custGeom>
              <a:avLst/>
              <a:pathLst>
                <a:path w="4262039" h="0">
                  <a:moveTo>
                    <a:pt x="0" y="0"/>
                  </a:moveTo>
                  <a:lnTo>
                    <a:pt x="4262039" y="0"/>
                  </a:lnTo>
                  <a:lnTo>
                    <a:pt x="4262039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523491" y="1681489"/>
              <a:ext cx="0" cy="3920204"/>
            </a:xfrm>
            <a:custGeom>
              <a:avLst/>
              <a:pathLst>
                <a:path w="0" h="3920204">
                  <a:moveTo>
                    <a:pt x="0" y="39202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040102" y="1681489"/>
              <a:ext cx="0" cy="3920204"/>
            </a:xfrm>
            <a:custGeom>
              <a:avLst/>
              <a:pathLst>
                <a:path w="0" h="3920204">
                  <a:moveTo>
                    <a:pt x="0" y="39202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556713" y="1681489"/>
              <a:ext cx="0" cy="3920204"/>
            </a:xfrm>
            <a:custGeom>
              <a:avLst/>
              <a:pathLst>
                <a:path w="0" h="3920204">
                  <a:moveTo>
                    <a:pt x="0" y="39202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073323" y="1681489"/>
              <a:ext cx="0" cy="3920204"/>
            </a:xfrm>
            <a:custGeom>
              <a:avLst/>
              <a:pathLst>
                <a:path w="0" h="3920204">
                  <a:moveTo>
                    <a:pt x="0" y="39202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589934" y="1681489"/>
              <a:ext cx="0" cy="3920204"/>
            </a:xfrm>
            <a:custGeom>
              <a:avLst/>
              <a:pathLst>
                <a:path w="0" h="3920204">
                  <a:moveTo>
                    <a:pt x="0" y="39202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106545" y="1681489"/>
              <a:ext cx="0" cy="3920204"/>
            </a:xfrm>
            <a:custGeom>
              <a:avLst/>
              <a:pathLst>
                <a:path w="0" h="3920204">
                  <a:moveTo>
                    <a:pt x="0" y="39202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623156" y="1681489"/>
              <a:ext cx="0" cy="3920204"/>
            </a:xfrm>
            <a:custGeom>
              <a:avLst/>
              <a:pathLst>
                <a:path w="0" h="3920204">
                  <a:moveTo>
                    <a:pt x="0" y="39202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139767" y="1681489"/>
              <a:ext cx="0" cy="3920204"/>
            </a:xfrm>
            <a:custGeom>
              <a:avLst/>
              <a:pathLst>
                <a:path w="0" h="3920204">
                  <a:moveTo>
                    <a:pt x="0" y="39202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523491" y="4456978"/>
              <a:ext cx="3874581" cy="877520"/>
            </a:xfrm>
            <a:custGeom>
              <a:avLst/>
              <a:pathLst>
                <a:path w="3874581" h="877520">
                  <a:moveTo>
                    <a:pt x="0" y="620469"/>
                  </a:moveTo>
                  <a:lnTo>
                    <a:pt x="258305" y="709639"/>
                  </a:lnTo>
                  <a:lnTo>
                    <a:pt x="516610" y="487933"/>
                  </a:lnTo>
                  <a:lnTo>
                    <a:pt x="774916" y="877520"/>
                  </a:lnTo>
                  <a:lnTo>
                    <a:pt x="1033221" y="858379"/>
                  </a:lnTo>
                  <a:lnTo>
                    <a:pt x="1291527" y="685868"/>
                  </a:lnTo>
                  <a:lnTo>
                    <a:pt x="1549832" y="458086"/>
                  </a:lnTo>
                  <a:lnTo>
                    <a:pt x="1808137" y="451802"/>
                  </a:lnTo>
                  <a:lnTo>
                    <a:pt x="2066443" y="743248"/>
                  </a:lnTo>
                  <a:lnTo>
                    <a:pt x="2324748" y="474704"/>
                  </a:lnTo>
                  <a:lnTo>
                    <a:pt x="2583054" y="524560"/>
                  </a:lnTo>
                  <a:lnTo>
                    <a:pt x="2841359" y="396283"/>
                  </a:lnTo>
                  <a:lnTo>
                    <a:pt x="3099664" y="343947"/>
                  </a:lnTo>
                  <a:lnTo>
                    <a:pt x="3357970" y="0"/>
                  </a:lnTo>
                  <a:lnTo>
                    <a:pt x="3616275" y="613689"/>
                  </a:lnTo>
                  <a:lnTo>
                    <a:pt x="3874581" y="379582"/>
                  </a:lnTo>
                </a:path>
              </a:pathLst>
            </a:custGeom>
            <a:ln w="35231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523491" y="4095995"/>
              <a:ext cx="3874581" cy="1324697"/>
            </a:xfrm>
            <a:custGeom>
              <a:avLst/>
              <a:pathLst>
                <a:path w="3874581" h="1324697">
                  <a:moveTo>
                    <a:pt x="0" y="1190095"/>
                  </a:moveTo>
                  <a:lnTo>
                    <a:pt x="258305" y="1064687"/>
                  </a:lnTo>
                  <a:lnTo>
                    <a:pt x="516610" y="1084226"/>
                  </a:lnTo>
                  <a:lnTo>
                    <a:pt x="774916" y="1057536"/>
                  </a:lnTo>
                  <a:lnTo>
                    <a:pt x="1033221" y="1290855"/>
                  </a:lnTo>
                  <a:lnTo>
                    <a:pt x="1291527" y="1214614"/>
                  </a:lnTo>
                  <a:lnTo>
                    <a:pt x="1549832" y="1004154"/>
                  </a:lnTo>
                  <a:lnTo>
                    <a:pt x="1808137" y="1070306"/>
                  </a:lnTo>
                  <a:lnTo>
                    <a:pt x="2066443" y="711324"/>
                  </a:lnTo>
                  <a:lnTo>
                    <a:pt x="2324748" y="935193"/>
                  </a:lnTo>
                  <a:lnTo>
                    <a:pt x="2583054" y="455017"/>
                  </a:lnTo>
                  <a:lnTo>
                    <a:pt x="2841359" y="0"/>
                  </a:lnTo>
                  <a:lnTo>
                    <a:pt x="3099664" y="1099551"/>
                  </a:lnTo>
                  <a:lnTo>
                    <a:pt x="3357970" y="1324697"/>
                  </a:lnTo>
                  <a:lnTo>
                    <a:pt x="3616275" y="1252416"/>
                  </a:lnTo>
                  <a:lnTo>
                    <a:pt x="3874581" y="1189839"/>
                  </a:lnTo>
                </a:path>
              </a:pathLst>
            </a:custGeom>
            <a:ln w="35231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523491" y="3058698"/>
              <a:ext cx="3874581" cy="2361184"/>
            </a:xfrm>
            <a:custGeom>
              <a:avLst/>
              <a:pathLst>
                <a:path w="3874581" h="2361184">
                  <a:moveTo>
                    <a:pt x="0" y="1386248"/>
                  </a:moveTo>
                  <a:lnTo>
                    <a:pt x="258305" y="1810595"/>
                  </a:lnTo>
                  <a:lnTo>
                    <a:pt x="516610" y="2178459"/>
                  </a:lnTo>
                  <a:lnTo>
                    <a:pt x="774916" y="2270425"/>
                  </a:lnTo>
                  <a:lnTo>
                    <a:pt x="1033221" y="2158183"/>
                  </a:lnTo>
                  <a:lnTo>
                    <a:pt x="1291527" y="1799250"/>
                  </a:lnTo>
                  <a:lnTo>
                    <a:pt x="1549832" y="2049562"/>
                  </a:lnTo>
                  <a:lnTo>
                    <a:pt x="1808137" y="1699560"/>
                  </a:lnTo>
                  <a:lnTo>
                    <a:pt x="2066443" y="1684353"/>
                  </a:lnTo>
                  <a:lnTo>
                    <a:pt x="2324748" y="2116424"/>
                  </a:lnTo>
                  <a:lnTo>
                    <a:pt x="2583054" y="2361184"/>
                  </a:lnTo>
                  <a:lnTo>
                    <a:pt x="2841359" y="2049562"/>
                  </a:lnTo>
                  <a:lnTo>
                    <a:pt x="3099664" y="1950354"/>
                  </a:lnTo>
                  <a:lnTo>
                    <a:pt x="3357970" y="2049562"/>
                  </a:lnTo>
                  <a:lnTo>
                    <a:pt x="3616275" y="1272316"/>
                  </a:lnTo>
                  <a:lnTo>
                    <a:pt x="3874581" y="0"/>
                  </a:lnTo>
                </a:path>
              </a:pathLst>
            </a:custGeom>
            <a:ln w="35231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523491" y="1859680"/>
              <a:ext cx="3874581" cy="3563822"/>
            </a:xfrm>
            <a:custGeom>
              <a:avLst/>
              <a:pathLst>
                <a:path w="3874581" h="3563822">
                  <a:moveTo>
                    <a:pt x="0" y="3563822"/>
                  </a:moveTo>
                  <a:lnTo>
                    <a:pt x="258305" y="3486231"/>
                  </a:lnTo>
                  <a:lnTo>
                    <a:pt x="516610" y="3482390"/>
                  </a:lnTo>
                  <a:lnTo>
                    <a:pt x="774916" y="3445515"/>
                  </a:lnTo>
                  <a:lnTo>
                    <a:pt x="1033221" y="3324902"/>
                  </a:lnTo>
                  <a:lnTo>
                    <a:pt x="1291527" y="3555372"/>
                  </a:lnTo>
                  <a:lnTo>
                    <a:pt x="1549832" y="3503900"/>
                  </a:lnTo>
                  <a:lnTo>
                    <a:pt x="1808137" y="3563822"/>
                  </a:lnTo>
                  <a:lnTo>
                    <a:pt x="2066443" y="3563822"/>
                  </a:lnTo>
                  <a:lnTo>
                    <a:pt x="2324748" y="3563822"/>
                  </a:lnTo>
                  <a:lnTo>
                    <a:pt x="2583054" y="3498523"/>
                  </a:lnTo>
                  <a:lnTo>
                    <a:pt x="2841359" y="3123626"/>
                  </a:lnTo>
                  <a:lnTo>
                    <a:pt x="3099664" y="341862"/>
                  </a:lnTo>
                  <a:lnTo>
                    <a:pt x="3357970" y="0"/>
                  </a:lnTo>
                  <a:lnTo>
                    <a:pt x="3616275" y="2161801"/>
                  </a:lnTo>
                  <a:lnTo>
                    <a:pt x="3874581" y="2315447"/>
                  </a:lnTo>
                </a:path>
              </a:pathLst>
            </a:custGeom>
            <a:ln w="35231" cap="flat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523491" y="3203665"/>
              <a:ext cx="3874581" cy="2219837"/>
            </a:xfrm>
            <a:custGeom>
              <a:avLst/>
              <a:pathLst>
                <a:path w="3874581" h="2219837">
                  <a:moveTo>
                    <a:pt x="0" y="2219837"/>
                  </a:moveTo>
                  <a:lnTo>
                    <a:pt x="258305" y="2207573"/>
                  </a:lnTo>
                  <a:lnTo>
                    <a:pt x="516610" y="2219837"/>
                  </a:lnTo>
                  <a:lnTo>
                    <a:pt x="774916" y="2219837"/>
                  </a:lnTo>
                  <a:lnTo>
                    <a:pt x="1033221" y="2219837"/>
                  </a:lnTo>
                  <a:lnTo>
                    <a:pt x="1291527" y="2219837"/>
                  </a:lnTo>
                  <a:lnTo>
                    <a:pt x="1549832" y="2219837"/>
                  </a:lnTo>
                  <a:lnTo>
                    <a:pt x="1808137" y="2178138"/>
                  </a:lnTo>
                  <a:lnTo>
                    <a:pt x="2066443" y="2190403"/>
                  </a:lnTo>
                  <a:lnTo>
                    <a:pt x="2324748" y="2219837"/>
                  </a:lnTo>
                  <a:lnTo>
                    <a:pt x="2583054" y="2219837"/>
                  </a:lnTo>
                  <a:lnTo>
                    <a:pt x="2841359" y="1709642"/>
                  </a:lnTo>
                  <a:lnTo>
                    <a:pt x="3099664" y="2160968"/>
                  </a:lnTo>
                  <a:lnTo>
                    <a:pt x="3357970" y="0"/>
                  </a:lnTo>
                  <a:lnTo>
                    <a:pt x="3616275" y="2219837"/>
                  </a:lnTo>
                  <a:lnTo>
                    <a:pt x="3874581" y="1444734"/>
                  </a:lnTo>
                </a:path>
              </a:pathLst>
            </a:custGeom>
            <a:ln w="35231" cap="flat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523491" y="4530832"/>
              <a:ext cx="3874581" cy="848197"/>
            </a:xfrm>
            <a:custGeom>
              <a:avLst/>
              <a:pathLst>
                <a:path w="3874581" h="848197">
                  <a:moveTo>
                    <a:pt x="0" y="453998"/>
                  </a:moveTo>
                  <a:lnTo>
                    <a:pt x="258305" y="0"/>
                  </a:lnTo>
                  <a:lnTo>
                    <a:pt x="516610" y="427496"/>
                  </a:lnTo>
                  <a:lnTo>
                    <a:pt x="774916" y="810519"/>
                  </a:lnTo>
                  <a:lnTo>
                    <a:pt x="1033221" y="848197"/>
                  </a:lnTo>
                  <a:lnTo>
                    <a:pt x="1291527" y="767961"/>
                  </a:lnTo>
                  <a:lnTo>
                    <a:pt x="1549832" y="558546"/>
                  </a:lnTo>
                  <a:lnTo>
                    <a:pt x="1808137" y="534872"/>
                  </a:lnTo>
                  <a:lnTo>
                    <a:pt x="2066443" y="617343"/>
                  </a:lnTo>
                  <a:lnTo>
                    <a:pt x="2324748" y="510423"/>
                  </a:lnTo>
                  <a:lnTo>
                    <a:pt x="2583054" y="570315"/>
                  </a:lnTo>
                  <a:lnTo>
                    <a:pt x="2841359" y="262145"/>
                  </a:lnTo>
                  <a:lnTo>
                    <a:pt x="3099664" y="237650"/>
                  </a:lnTo>
                  <a:lnTo>
                    <a:pt x="3357970" y="280162"/>
                  </a:lnTo>
                  <a:lnTo>
                    <a:pt x="3616275" y="786252"/>
                  </a:lnTo>
                  <a:lnTo>
                    <a:pt x="3874581" y="446426"/>
                  </a:lnTo>
                </a:path>
              </a:pathLst>
            </a:custGeom>
            <a:ln w="35231" cap="flat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1486316" y="5248916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1744621" y="5123508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2002927" y="5143047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2261232" y="5116356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2519538" y="5349676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2777843" y="5273435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3036148" y="5062975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3294454" y="5129127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3552759" y="4770145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3811065" y="4994014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069370" y="4513838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327675" y="4058820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585981" y="5158372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844286" y="5383518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5102592" y="5311236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5360897" y="5248660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1486316" y="5386328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1744621" y="5374063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2002927" y="5386328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2261232" y="5386328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2519538" y="5386328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2777843" y="5386328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3036148" y="5386328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3294454" y="5344629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3552759" y="5356893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811065" y="5386328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4069370" y="5386328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4327675" y="4876133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4585981" y="5327459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4844286" y="3166490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5102592" y="5386328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5360897" y="4611224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1486316" y="5386328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1744621" y="5308736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2002927" y="5304895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2261232" y="5268020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2519538" y="5147408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2777843" y="5377877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3036148" y="5326406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3294454" y="5386328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3552759" y="5386328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811065" y="5386328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4069370" y="5321028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4327675" y="4946131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4585981" y="2164368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4844286" y="1822505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5102592" y="3984306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5360897" y="4137953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1486316" y="4947655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1744621" y="4493657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2002927" y="4921153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2261232" y="5304176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2519538" y="5341854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2777843" y="5261618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3036148" y="5052203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3294454" y="5028529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3552759" y="5111000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3811065" y="5004080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4069370" y="5063972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4327675" y="4755802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4585981" y="4731307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4844286" y="4773819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5102592" y="5279910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5360897" y="4940083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1486316" y="4407771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1744621" y="4832118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2002927" y="5199982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2261232" y="5291948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2519538" y="5179706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2777843" y="4820773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3036148" y="5071085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3294454" y="4721083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3552759" y="4705876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3811065" y="5137947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4069370" y="5382707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4327675" y="5071085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4585981" y="4971877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4844286" y="5071085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5102592" y="4293839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5360897" y="3021523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1486316" y="5040272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1744621" y="5129442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2002927" y="4907737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2261232" y="5297323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2519538" y="5278183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2777843" y="5105672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3036148" y="4877889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3294454" y="4871606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3552759" y="5163051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3811065" y="4894508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4069370" y="4944364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4327675" y="4816086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4585981" y="4763750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4844286" y="4419803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5102592" y="5033492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5360897" y="4799385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tx120"/>
            <p:cNvSpPr/>
            <p:nvPr/>
          </p:nvSpPr>
          <p:spPr>
            <a:xfrm>
              <a:off x="1110965" y="5356889"/>
              <a:ext cx="11631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1110965" y="4421491"/>
              <a:ext cx="11631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994653" y="3486093"/>
              <a:ext cx="232623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10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994653" y="2550695"/>
              <a:ext cx="232623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15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994653" y="1615297"/>
              <a:ext cx="232623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1290868" y="5704179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2010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1807478" y="5704179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2012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2324089" y="5704179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2014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2840700" y="5704179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2016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3357311" y="5704179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2018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3873922" y="5704179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2020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4390533" y="5704179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2022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4907143" y="5704179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2024</a:t>
              </a:r>
            </a:p>
          </p:txBody>
        </p:sp>
        <p:sp>
          <p:nvSpPr>
            <p:cNvPr id="133" name="tx133"/>
            <p:cNvSpPr/>
            <p:nvPr/>
          </p:nvSpPr>
          <p:spPr>
            <a:xfrm rot="-5400000">
              <a:off x="-319400" y="3558244"/>
              <a:ext cx="2252441" cy="1666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% of area disturbed</a:t>
              </a:r>
            </a:p>
          </p:txBody>
        </p:sp>
        <p:sp>
          <p:nvSpPr>
            <p:cNvPr id="134" name="pl134"/>
            <p:cNvSpPr/>
            <p:nvPr/>
          </p:nvSpPr>
          <p:spPr>
            <a:xfrm>
              <a:off x="5955366" y="309295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5231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6005973" y="3055776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5955366" y="3312407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5231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6005973" y="3275232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5955366" y="353186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5231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6005973" y="3494688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5955366" y="3751319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5231" cap="flat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6005973" y="3714144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5955366" y="397077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5231" cap="flat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6005973" y="3933600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5955366" y="419023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5231" cap="flat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6005973" y="4153056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tx146"/>
            <p:cNvSpPr/>
            <p:nvPr/>
          </p:nvSpPr>
          <p:spPr>
            <a:xfrm>
              <a:off x="6266749" y="3026337"/>
              <a:ext cx="1360444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TRG → Verdant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6266749" y="3245793"/>
              <a:ext cx="5087904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TRG → Verdant → The Nature Conservancy (Heartlands)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6266749" y="3465249"/>
              <a:ext cx="403808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TRG → Verdant → American Songbird (2026)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6266749" y="3684705"/>
              <a:ext cx="2132655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Molpus → kept (mostly)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6266749" y="3904161"/>
              <a:ext cx="1152692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Lyme → kept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6266749" y="4123617"/>
              <a:ext cx="1892259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Other private → kept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723472" y="1353372"/>
              <a:ext cx="4576572" cy="1666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595959">
                      <a:alpha val="100000"/>
                    </a:srgbClr>
                  </a:solidFill>
                  <a:latin typeface="DejaVu Sans"/>
                  <a:cs typeface="DejaVu Sans"/>
                </a:rPr>
                <a:t>LANDFIRE Annual Disturbance, all types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723472" y="982552"/>
              <a:ext cx="7340803" cy="1998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216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Share of each group's land disturbed each year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rswaty</cp:lastModifiedBy>
  <cp:revision>3</cp:revision>
  <dcterms:created xsi:type="dcterms:W3CDTF">2017-02-13T16:18:36Z</dcterms:created>
  <dcterms:modified xsi:type="dcterms:W3CDTF">2026-10-14T07:57:36Z</dcterms:modified>
  <cp:category/>
</cp:coreProperties>
</file>