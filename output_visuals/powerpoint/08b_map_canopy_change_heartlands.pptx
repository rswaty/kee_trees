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ef66e84bfb6ba7202169a87af91b6d79d20e479f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261360" y="777240"/>
            <a:ext cx="5669280" cy="53035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2026-10-14T07:57:46Z</dcterms:modified>
  <cp:category/>
</cp:coreProperties>
</file>