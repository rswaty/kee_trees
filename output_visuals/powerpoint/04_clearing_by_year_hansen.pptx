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868680"/>
            <a:ext cx="10972800" cy="5120640"/>
            <a:chOff x="609600" y="868680"/>
            <a:chExt cx="10972800" cy="5120640"/>
          </a:xfrm>
        </p:grpSpPr>
        <p:sp>
          <p:nvSpPr>
            <p:cNvPr id="3" name="rc3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387826" y="5423503"/>
              <a:ext cx="4203974" cy="0"/>
            </a:xfrm>
            <a:custGeom>
              <a:avLst/>
              <a:pathLst>
                <a:path w="4203974" h="0">
                  <a:moveTo>
                    <a:pt x="0" y="0"/>
                  </a:moveTo>
                  <a:lnTo>
                    <a:pt x="4203974" y="0"/>
                  </a:lnTo>
                  <a:lnTo>
                    <a:pt x="4203974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87826" y="4703079"/>
              <a:ext cx="4203974" cy="0"/>
            </a:xfrm>
            <a:custGeom>
              <a:avLst/>
              <a:pathLst>
                <a:path w="4203974" h="0">
                  <a:moveTo>
                    <a:pt x="0" y="0"/>
                  </a:moveTo>
                  <a:lnTo>
                    <a:pt x="4203974" y="0"/>
                  </a:lnTo>
                  <a:lnTo>
                    <a:pt x="4203974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87826" y="3982655"/>
              <a:ext cx="4203974" cy="0"/>
            </a:xfrm>
            <a:custGeom>
              <a:avLst/>
              <a:pathLst>
                <a:path w="4203974" h="0">
                  <a:moveTo>
                    <a:pt x="0" y="0"/>
                  </a:moveTo>
                  <a:lnTo>
                    <a:pt x="4203974" y="0"/>
                  </a:lnTo>
                  <a:lnTo>
                    <a:pt x="4203974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87826" y="3262231"/>
              <a:ext cx="4203974" cy="0"/>
            </a:xfrm>
            <a:custGeom>
              <a:avLst/>
              <a:pathLst>
                <a:path w="4203974" h="0">
                  <a:moveTo>
                    <a:pt x="0" y="0"/>
                  </a:moveTo>
                  <a:lnTo>
                    <a:pt x="4203974" y="0"/>
                  </a:lnTo>
                  <a:lnTo>
                    <a:pt x="4203974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87826" y="2541807"/>
              <a:ext cx="4203974" cy="0"/>
            </a:xfrm>
            <a:custGeom>
              <a:avLst/>
              <a:pathLst>
                <a:path w="4203974" h="0">
                  <a:moveTo>
                    <a:pt x="0" y="0"/>
                  </a:moveTo>
                  <a:lnTo>
                    <a:pt x="4203974" y="0"/>
                  </a:lnTo>
                  <a:lnTo>
                    <a:pt x="4203974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87826" y="1821383"/>
              <a:ext cx="4203974" cy="0"/>
            </a:xfrm>
            <a:custGeom>
              <a:avLst/>
              <a:pathLst>
                <a:path w="4203974" h="0">
                  <a:moveTo>
                    <a:pt x="0" y="0"/>
                  </a:moveTo>
                  <a:lnTo>
                    <a:pt x="4203974" y="0"/>
                  </a:lnTo>
                  <a:lnTo>
                    <a:pt x="4203974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78916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03560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28204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852848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277492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02136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126780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51424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76067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00711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78916" y="1971831"/>
              <a:ext cx="3821795" cy="3010064"/>
            </a:xfrm>
            <a:custGeom>
              <a:avLst/>
              <a:pathLst>
                <a:path w="3821795" h="3010064">
                  <a:moveTo>
                    <a:pt x="0" y="3010064"/>
                  </a:moveTo>
                  <a:lnTo>
                    <a:pt x="424643" y="2593290"/>
                  </a:lnTo>
                  <a:lnTo>
                    <a:pt x="849287" y="2802791"/>
                  </a:lnTo>
                  <a:lnTo>
                    <a:pt x="1273931" y="2793240"/>
                  </a:lnTo>
                  <a:lnTo>
                    <a:pt x="1698575" y="2108063"/>
                  </a:lnTo>
                  <a:lnTo>
                    <a:pt x="2123219" y="2079408"/>
                  </a:lnTo>
                  <a:lnTo>
                    <a:pt x="2547863" y="2353542"/>
                  </a:lnTo>
                  <a:lnTo>
                    <a:pt x="2972507" y="1073612"/>
                  </a:lnTo>
                  <a:lnTo>
                    <a:pt x="3397151" y="0"/>
                  </a:lnTo>
                  <a:lnTo>
                    <a:pt x="3821795" y="2729880"/>
                  </a:lnTo>
                </a:path>
              </a:pathLst>
            </a:custGeom>
            <a:ln w="3523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78916" y="2181664"/>
              <a:ext cx="3821795" cy="3241838"/>
            </a:xfrm>
            <a:custGeom>
              <a:avLst/>
              <a:pathLst>
                <a:path w="3821795" h="3241838">
                  <a:moveTo>
                    <a:pt x="0" y="3140531"/>
                  </a:moveTo>
                  <a:lnTo>
                    <a:pt x="424643" y="2869066"/>
                  </a:lnTo>
                  <a:lnTo>
                    <a:pt x="849287" y="2231714"/>
                  </a:lnTo>
                  <a:lnTo>
                    <a:pt x="1273931" y="2101883"/>
                  </a:lnTo>
                  <a:lnTo>
                    <a:pt x="1698575" y="1382895"/>
                  </a:lnTo>
                  <a:lnTo>
                    <a:pt x="2123219" y="0"/>
                  </a:lnTo>
                  <a:lnTo>
                    <a:pt x="2547863" y="424901"/>
                  </a:lnTo>
                  <a:lnTo>
                    <a:pt x="2972507" y="2554324"/>
                  </a:lnTo>
                  <a:lnTo>
                    <a:pt x="3397151" y="3239871"/>
                  </a:lnTo>
                  <a:lnTo>
                    <a:pt x="3821795" y="3241838"/>
                  </a:lnTo>
                </a:path>
              </a:pathLst>
            </a:custGeom>
            <a:ln w="3523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78916" y="1859680"/>
              <a:ext cx="3821795" cy="3496896"/>
            </a:xfrm>
            <a:custGeom>
              <a:avLst/>
              <a:pathLst>
                <a:path w="3821795" h="3496896">
                  <a:moveTo>
                    <a:pt x="0" y="2768143"/>
                  </a:moveTo>
                  <a:lnTo>
                    <a:pt x="424643" y="2913150"/>
                  </a:lnTo>
                  <a:lnTo>
                    <a:pt x="849287" y="2572942"/>
                  </a:lnTo>
                  <a:lnTo>
                    <a:pt x="1273931" y="509383"/>
                  </a:lnTo>
                  <a:lnTo>
                    <a:pt x="1698575" y="3067453"/>
                  </a:lnTo>
                  <a:lnTo>
                    <a:pt x="2123219" y="3496896"/>
                  </a:lnTo>
                  <a:lnTo>
                    <a:pt x="2547863" y="2528324"/>
                  </a:lnTo>
                  <a:lnTo>
                    <a:pt x="2972507" y="819846"/>
                  </a:lnTo>
                  <a:lnTo>
                    <a:pt x="3397151" y="2463257"/>
                  </a:lnTo>
                  <a:lnTo>
                    <a:pt x="3821795" y="0"/>
                  </a:lnTo>
                </a:path>
              </a:pathLst>
            </a:custGeom>
            <a:ln w="3523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578916" y="3447307"/>
              <a:ext cx="3821795" cy="1976195"/>
            </a:xfrm>
            <a:custGeom>
              <a:avLst/>
              <a:pathLst>
                <a:path w="3821795" h="1976195">
                  <a:moveTo>
                    <a:pt x="0" y="1970278"/>
                  </a:moveTo>
                  <a:lnTo>
                    <a:pt x="424643" y="1964362"/>
                  </a:lnTo>
                  <a:lnTo>
                    <a:pt x="849287" y="1976195"/>
                  </a:lnTo>
                  <a:lnTo>
                    <a:pt x="1273931" y="1976195"/>
                  </a:lnTo>
                  <a:lnTo>
                    <a:pt x="1698575" y="1976195"/>
                  </a:lnTo>
                  <a:lnTo>
                    <a:pt x="2123219" y="1958445"/>
                  </a:lnTo>
                  <a:lnTo>
                    <a:pt x="2547863" y="1970278"/>
                  </a:lnTo>
                  <a:lnTo>
                    <a:pt x="2972507" y="544341"/>
                  </a:lnTo>
                  <a:lnTo>
                    <a:pt x="3397151" y="698176"/>
                  </a:lnTo>
                  <a:lnTo>
                    <a:pt x="3821795" y="0"/>
                  </a:lnTo>
                </a:path>
              </a:pathLst>
            </a:custGeom>
            <a:ln w="35231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578916" y="4932326"/>
              <a:ext cx="3821795" cy="491176"/>
            </a:xfrm>
            <a:custGeom>
              <a:avLst/>
              <a:pathLst>
                <a:path w="3821795" h="491176">
                  <a:moveTo>
                    <a:pt x="0" y="491176"/>
                  </a:moveTo>
                  <a:lnTo>
                    <a:pt x="424643" y="491176"/>
                  </a:lnTo>
                  <a:lnTo>
                    <a:pt x="849287" y="491176"/>
                  </a:lnTo>
                  <a:lnTo>
                    <a:pt x="1273931" y="358936"/>
                  </a:lnTo>
                  <a:lnTo>
                    <a:pt x="1698575" y="472285"/>
                  </a:lnTo>
                  <a:lnTo>
                    <a:pt x="2123219" y="491176"/>
                  </a:lnTo>
                  <a:lnTo>
                    <a:pt x="2547863" y="491176"/>
                  </a:lnTo>
                  <a:lnTo>
                    <a:pt x="2972507" y="491176"/>
                  </a:lnTo>
                  <a:lnTo>
                    <a:pt x="3397151" y="0"/>
                  </a:lnTo>
                  <a:lnTo>
                    <a:pt x="3821795" y="434502"/>
                  </a:lnTo>
                </a:path>
              </a:pathLst>
            </a:custGeom>
            <a:ln w="35231" cap="flat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578916" y="4918668"/>
              <a:ext cx="3821795" cy="463379"/>
            </a:xfrm>
            <a:custGeom>
              <a:avLst/>
              <a:pathLst>
                <a:path w="3821795" h="463379">
                  <a:moveTo>
                    <a:pt x="0" y="420871"/>
                  </a:moveTo>
                  <a:lnTo>
                    <a:pt x="424643" y="239594"/>
                  </a:lnTo>
                  <a:lnTo>
                    <a:pt x="849287" y="274374"/>
                  </a:lnTo>
                  <a:lnTo>
                    <a:pt x="1273931" y="0"/>
                  </a:lnTo>
                  <a:lnTo>
                    <a:pt x="1698575" y="359391"/>
                  </a:lnTo>
                  <a:lnTo>
                    <a:pt x="2123219" y="244512"/>
                  </a:lnTo>
                  <a:lnTo>
                    <a:pt x="2547863" y="268753"/>
                  </a:lnTo>
                  <a:lnTo>
                    <a:pt x="2972507" y="41103"/>
                  </a:lnTo>
                  <a:lnTo>
                    <a:pt x="3397151" y="397333"/>
                  </a:lnTo>
                  <a:lnTo>
                    <a:pt x="3821795" y="463379"/>
                  </a:lnTo>
                </a:path>
              </a:pathLst>
            </a:custGeom>
            <a:ln w="35231" cap="flat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541741" y="4944720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966385" y="4527947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391029" y="4737448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815673" y="472789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240317" y="4042719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64961" y="4014064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089605" y="4288199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514249" y="3008269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938892" y="193465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363536" y="466453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541741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966385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391029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815673" y="525408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240317" y="5367436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664961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089605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514249" y="538632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938892" y="4895151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5363536" y="5329653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541741" y="5380411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966385" y="5374494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391029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815673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240317" y="538632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64961" y="5368577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089605" y="5380411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514249" y="3954473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938892" y="4108309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5363536" y="3410132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541741" y="5302364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966385" y="5121087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391029" y="5155867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815673" y="4881493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240317" y="5240885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664961" y="512600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089605" y="515024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514249" y="492259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938892" y="527882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363536" y="5344873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541741" y="5285020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1966385" y="501355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391029" y="4376204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815673" y="4246373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240317" y="352738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664961" y="2144489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089605" y="2569390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514249" y="4698814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938892" y="5384360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363536" y="5386328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541741" y="4590649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1966385" y="4735656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391029" y="4395447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815673" y="233188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240317" y="488995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664961" y="531940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089605" y="4350830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514249" y="264235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938892" y="428576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363536" y="1822505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tx87"/>
            <p:cNvSpPr/>
            <p:nvPr/>
          </p:nvSpPr>
          <p:spPr>
            <a:xfrm>
              <a:off x="994653" y="5356889"/>
              <a:ext cx="29068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94653" y="4636465"/>
              <a:ext cx="29068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0.5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994653" y="3916041"/>
              <a:ext cx="29068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994653" y="3195617"/>
              <a:ext cx="29068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1.5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994653" y="2475193"/>
              <a:ext cx="29068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2.0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994653" y="1754769"/>
              <a:ext cx="29068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2.5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1346293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2015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1770937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2016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195581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2017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620224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2018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044868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2019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3469512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2020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3894156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2021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4318800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2022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4743444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2023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168088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2024</a:t>
              </a:r>
            </a:p>
          </p:txBody>
        </p:sp>
        <p:sp>
          <p:nvSpPr>
            <p:cNvPr id="103" name="tx103"/>
            <p:cNvSpPr/>
            <p:nvPr/>
          </p:nvSpPr>
          <p:spPr>
            <a:xfrm rot="-5400000">
              <a:off x="-198242" y="3558244"/>
              <a:ext cx="2010125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% of area cleared</a:t>
              </a:r>
            </a:p>
          </p:txBody>
        </p:sp>
        <p:sp>
          <p:nvSpPr>
            <p:cNvPr id="104" name="pl104"/>
            <p:cNvSpPr/>
            <p:nvPr/>
          </p:nvSpPr>
          <p:spPr>
            <a:xfrm>
              <a:off x="5955366" y="309295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6005973" y="305577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955366" y="331240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6005973" y="3275232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955366" y="35318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6005973" y="349468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955366" y="37513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6005973" y="3714144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955366" y="39707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6005973" y="3933600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955366" y="41902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6005973" y="415305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6266749" y="3026337"/>
              <a:ext cx="136044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6266749" y="3245793"/>
              <a:ext cx="508790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The Nature Conservancy (Heartlands)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6266749" y="3465249"/>
              <a:ext cx="403808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American Songbird (2026)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6266749" y="3684705"/>
              <a:ext cx="2132655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Molpus → kept (mostly)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266749" y="3904161"/>
              <a:ext cx="115269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Lyme → kept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6266749" y="4123617"/>
              <a:ext cx="189225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 private → kept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723472" y="1353372"/>
              <a:ext cx="5879226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Hansen Global Forest Change (heavy clearing only)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23472" y="982552"/>
              <a:ext cx="6992233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Share of each group's land cleared each year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2026-10-14T07:57:34Z</dcterms:modified>
  <cp:category/>
</cp:coreProperties>
</file>