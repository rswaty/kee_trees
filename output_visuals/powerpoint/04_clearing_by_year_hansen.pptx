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868680"/>
            <a:ext cx="10972800" cy="5120640"/>
            <a:chOff x="609600" y="868680"/>
            <a:chExt cx="10972800" cy="5120640"/>
          </a:xfrm>
        </p:grpSpPr>
        <p:sp>
          <p:nvSpPr>
            <p:cNvPr id="3" name="rc3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868680"/>
              <a:ext cx="10972800" cy="5120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387826" y="5423503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387826" y="4703079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87826" y="3982655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87826" y="3262231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87826" y="2541807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87826" y="1821383"/>
              <a:ext cx="5184120" cy="0"/>
            </a:xfrm>
            <a:custGeom>
              <a:avLst/>
              <a:pathLst>
                <a:path w="5184120" h="0">
                  <a:moveTo>
                    <a:pt x="0" y="0"/>
                  </a:moveTo>
                  <a:lnTo>
                    <a:pt x="5184120" y="0"/>
                  </a:lnTo>
                  <a:lnTo>
                    <a:pt x="518412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62346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47117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67076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194414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18062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41711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65359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89008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812656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336305" y="1681489"/>
              <a:ext cx="0" cy="3920204"/>
            </a:xfrm>
            <a:custGeom>
              <a:avLst/>
              <a:pathLst>
                <a:path w="0" h="3920204">
                  <a:moveTo>
                    <a:pt x="0" y="392020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17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468" y="1971831"/>
              <a:ext cx="4712836" cy="3010064"/>
            </a:xfrm>
            <a:custGeom>
              <a:avLst/>
              <a:pathLst>
                <a:path w="4712836" h="3010064">
                  <a:moveTo>
                    <a:pt x="0" y="3010064"/>
                  </a:moveTo>
                  <a:lnTo>
                    <a:pt x="523648" y="2593290"/>
                  </a:lnTo>
                  <a:lnTo>
                    <a:pt x="1047297" y="2802791"/>
                  </a:lnTo>
                  <a:lnTo>
                    <a:pt x="1570945" y="2793240"/>
                  </a:lnTo>
                  <a:lnTo>
                    <a:pt x="2094594" y="2108063"/>
                  </a:lnTo>
                  <a:lnTo>
                    <a:pt x="2618242" y="2079408"/>
                  </a:lnTo>
                  <a:lnTo>
                    <a:pt x="3141891" y="2353542"/>
                  </a:lnTo>
                  <a:lnTo>
                    <a:pt x="3665539" y="1073612"/>
                  </a:lnTo>
                  <a:lnTo>
                    <a:pt x="4189188" y="0"/>
                  </a:lnTo>
                  <a:lnTo>
                    <a:pt x="4712836" y="272988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23468" y="2181664"/>
              <a:ext cx="4712836" cy="3241838"/>
            </a:xfrm>
            <a:custGeom>
              <a:avLst/>
              <a:pathLst>
                <a:path w="4712836" h="3241838">
                  <a:moveTo>
                    <a:pt x="0" y="3140531"/>
                  </a:moveTo>
                  <a:lnTo>
                    <a:pt x="523648" y="2869066"/>
                  </a:lnTo>
                  <a:lnTo>
                    <a:pt x="1047297" y="2231714"/>
                  </a:lnTo>
                  <a:lnTo>
                    <a:pt x="1570945" y="2101883"/>
                  </a:lnTo>
                  <a:lnTo>
                    <a:pt x="2094594" y="1382895"/>
                  </a:lnTo>
                  <a:lnTo>
                    <a:pt x="2618242" y="0"/>
                  </a:lnTo>
                  <a:lnTo>
                    <a:pt x="3141891" y="424901"/>
                  </a:lnTo>
                  <a:lnTo>
                    <a:pt x="3665539" y="2554324"/>
                  </a:lnTo>
                  <a:lnTo>
                    <a:pt x="4189188" y="3239871"/>
                  </a:lnTo>
                  <a:lnTo>
                    <a:pt x="4712836" y="3241838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3468" y="1859680"/>
              <a:ext cx="4712836" cy="3496896"/>
            </a:xfrm>
            <a:custGeom>
              <a:avLst/>
              <a:pathLst>
                <a:path w="4712836" h="3496896">
                  <a:moveTo>
                    <a:pt x="0" y="2768143"/>
                  </a:moveTo>
                  <a:lnTo>
                    <a:pt x="523648" y="2913150"/>
                  </a:lnTo>
                  <a:lnTo>
                    <a:pt x="1047297" y="2572942"/>
                  </a:lnTo>
                  <a:lnTo>
                    <a:pt x="1570945" y="509383"/>
                  </a:lnTo>
                  <a:lnTo>
                    <a:pt x="2094594" y="3067453"/>
                  </a:lnTo>
                  <a:lnTo>
                    <a:pt x="2618242" y="3496896"/>
                  </a:lnTo>
                  <a:lnTo>
                    <a:pt x="3141891" y="2528324"/>
                  </a:lnTo>
                  <a:lnTo>
                    <a:pt x="3665539" y="819846"/>
                  </a:lnTo>
                  <a:lnTo>
                    <a:pt x="4189188" y="2463257"/>
                  </a:lnTo>
                  <a:lnTo>
                    <a:pt x="4712836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23468" y="4918668"/>
              <a:ext cx="4712836" cy="463379"/>
            </a:xfrm>
            <a:custGeom>
              <a:avLst/>
              <a:pathLst>
                <a:path w="4712836" h="463379">
                  <a:moveTo>
                    <a:pt x="0" y="420871"/>
                  </a:moveTo>
                  <a:lnTo>
                    <a:pt x="523648" y="239594"/>
                  </a:lnTo>
                  <a:lnTo>
                    <a:pt x="1047297" y="274374"/>
                  </a:lnTo>
                  <a:lnTo>
                    <a:pt x="1570945" y="0"/>
                  </a:lnTo>
                  <a:lnTo>
                    <a:pt x="2094594" y="359391"/>
                  </a:lnTo>
                  <a:lnTo>
                    <a:pt x="2618242" y="244512"/>
                  </a:lnTo>
                  <a:lnTo>
                    <a:pt x="3141891" y="268753"/>
                  </a:lnTo>
                  <a:lnTo>
                    <a:pt x="3665539" y="41103"/>
                  </a:lnTo>
                  <a:lnTo>
                    <a:pt x="4189188" y="397333"/>
                  </a:lnTo>
                  <a:lnTo>
                    <a:pt x="4712836" y="463379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86293" y="4944720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09942" y="4527947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33590" y="4737448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7239" y="472789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680887" y="4042719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204536" y="4014064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28184" y="4288199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51833" y="3008269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775481" y="193465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299130" y="4664536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586293" y="5302364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109942" y="512108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33590" y="5155867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57239" y="488149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680887" y="5240885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204536" y="512600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728184" y="515024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251833" y="492259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775481" y="5278826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6299130" y="5344873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586293" y="528502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109942" y="501355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633590" y="4376204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57239" y="4246373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680887" y="3527385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204536" y="2144489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728184" y="256939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51833" y="4698814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775481" y="5384360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6299130" y="538632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586293" y="4590649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09942" y="4735656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33590" y="4395447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157239" y="233188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0887" y="4889958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04536" y="5319401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728184" y="4350830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251833" y="2642351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775481" y="4285763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299130" y="1822505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994653" y="5356889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94653" y="4636465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0.5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94653" y="3916041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1.0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94653" y="3195617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1.5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94653" y="2475193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2.0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53" y="1754769"/>
              <a:ext cx="290687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2.5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390845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914493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2016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438142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2017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2961790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2018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485439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2019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009087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532736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056384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580033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103681" y="5704179"/>
              <a:ext cx="465246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2024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-198242" y="3558244"/>
              <a:ext cx="2010125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% of area cleared</a:t>
              </a:r>
            </a:p>
          </p:txBody>
        </p:sp>
        <p:sp>
          <p:nvSpPr>
            <p:cNvPr id="82" name="pl82"/>
            <p:cNvSpPr/>
            <p:nvPr/>
          </p:nvSpPr>
          <p:spPr>
            <a:xfrm>
              <a:off x="6935511" y="331240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986118" y="3275232"/>
              <a:ext cx="74350" cy="74350"/>
            </a:xfrm>
            <a:prstGeom prst="ellipse">
              <a:avLst/>
            </a:prstGeom>
            <a:solidFill>
              <a:srgbClr val="7570B3">
                <a:alpha val="100000"/>
              </a:srgbClr>
            </a:solidFill>
            <a:ln w="14727" cap="rnd">
              <a:solidFill>
                <a:srgbClr val="7570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935511" y="353186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986118" y="3494688"/>
              <a:ext cx="74350" cy="74350"/>
            </a:xfrm>
            <a:prstGeom prst="ellipse">
              <a:avLst/>
            </a:prstGeom>
            <a:solidFill>
              <a:srgbClr val="1B9E77">
                <a:alpha val="100000"/>
              </a:srgbClr>
            </a:solidFill>
            <a:ln w="14727" cap="rnd">
              <a:solidFill>
                <a:srgbClr val="1B9E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935511" y="375131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986118" y="3714144"/>
              <a:ext cx="74350" cy="74350"/>
            </a:xfrm>
            <a:prstGeom prst="ellipse">
              <a:avLst/>
            </a:prstGeom>
            <a:solidFill>
              <a:srgbClr val="D95F02">
                <a:alpha val="100000"/>
              </a:srgbClr>
            </a:solidFill>
            <a:ln w="14727" cap="rnd">
              <a:solidFill>
                <a:srgbClr val="D95F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935511" y="397077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35231" cap="flat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986118" y="3933600"/>
              <a:ext cx="74350" cy="74350"/>
            </a:xfrm>
            <a:prstGeom prst="ellipse">
              <a:avLst/>
            </a:prstGeom>
            <a:solidFill>
              <a:srgbClr val="D2B48C">
                <a:alpha val="100000"/>
              </a:srgbClr>
            </a:solidFill>
            <a:ln w="14727" cap="rnd">
              <a:solidFill>
                <a:srgbClr val="D2B4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tx90"/>
            <p:cNvSpPr/>
            <p:nvPr/>
          </p:nvSpPr>
          <p:spPr>
            <a:xfrm>
              <a:off x="7246894" y="3245793"/>
              <a:ext cx="1360444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246894" y="3465249"/>
              <a:ext cx="4107759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The Nature Conservancy (Heartlands)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7246894" y="3684705"/>
              <a:ext cx="4038081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TRG → Verdant → American Songbird (2026)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7246894" y="3904161"/>
              <a:ext cx="2613263" cy="1332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4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Other private → same owner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23472" y="1353372"/>
              <a:ext cx="5879226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Hansen Global Forest Change (heavy clearing only)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723472" y="982552"/>
              <a:ext cx="6992233" cy="1998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16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Share of each group's land cleared each year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2026-10-08T12:35:56Z</dcterms:modified>
  <cp:category/>
</cp:coreProperties>
</file>