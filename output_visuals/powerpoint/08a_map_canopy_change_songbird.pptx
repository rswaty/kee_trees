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9060aad93cf49c3008e90e90d6d85d6bd5c9bc46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3261360" y="777240"/>
            <a:ext cx="5669280" cy="530352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rswaty</cp:lastModifiedBy>
  <cp:revision>3</cp:revision>
  <dcterms:created xsi:type="dcterms:W3CDTF">2017-02-13T16:18:36Z</dcterms:created>
  <dcterms:modified xsi:type="dcterms:W3CDTF">2026-10-14T07:57:44Z</dcterms:modified>
  <cp:category/>
</cp:coreProperties>
</file>