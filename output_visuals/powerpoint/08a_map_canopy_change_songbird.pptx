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9060aad93cf49c3008e90e90d6d85d6bd5c9bc46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61360" y="777240"/>
            <a:ext cx="5669280" cy="530352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2026-10-08T12:36:03Z</dcterms:modified>
  <cp:category/>
</cp:coreProperties>
</file>