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be886c122b22261683c4ffca82ec35ad377fa3eb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3261360" y="777240"/>
            <a:ext cx="5669280" cy="530352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2026-10-08T12:36:00Z</dcterms:modified>
  <cp:category/>
</cp:coreProperties>
</file>