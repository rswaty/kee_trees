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Where TRG's land went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548640" y="1463040"/>
          <a:ext cx="11094720" cy="27432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1849120"/>
                <a:gridCol w="1849120"/>
                <a:gridCol w="1849120"/>
                <a:gridCol w="1849120"/>
                <a:gridCol w="1849120"/>
                <a:gridCol w="1849120"/>
              </a:tblGrid>
              <a:tr h="685800">
                <a:tc>
                  <a:txBody>
                    <a:bodyPr/>
                    <a:lstStyle/>
                    <a:p>
                      <a:pPr algn="r"/>
                      <a:r>
                        <a:t>2020 →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Parcels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Canopy 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Canopy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 heavily cut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Verdant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101,301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75.0%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73.4%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6,837 (6.7%)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Verdant → The Nature Conservancy (Heartlands)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30,813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70.5%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75.3%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 (0.0%)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Verdant → American Songbird (2026)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15,350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72.7%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3,097 (20.2%)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other owners / left CFP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17,361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46 (0.3%)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2026-10-14T07:57:53Z</dcterms:modified>
  <cp:category/>
</cp:coreProperties>
</file>