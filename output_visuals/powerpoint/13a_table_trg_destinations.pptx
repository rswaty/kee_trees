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Where TRG's land went</a:t>
            </a:r>
          </a:p>
        </p:txBody>
      </p:sp>
      <p:graphicFrame>
        <p:nvGraphicFramePr>
          <p:cNvPr id="3" name=""/>
          <p:cNvGraphicFramePr>
            <a:graphicFrameLocks noGrp="1"/>
          </p:cNvGraphicFramePr>
          <p:nvPr>
            <p:ph/>
          </p:nvPr>
        </p:nvGraphicFramePr>
        <p:xfrm rot="-0">
          <a:off x="548640" y="1463040"/>
          <a:ext cx="11094720" cy="2743200"/>
        </p:xfrm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1849120"/>
                <a:gridCol w="1849120"/>
                <a:gridCol w="1849120"/>
                <a:gridCol w="1849120"/>
                <a:gridCol w="1849120"/>
                <a:gridCol w="1849120"/>
              </a:tblGrid>
              <a:tr h="685800">
                <a:tc>
                  <a:txBody>
                    <a:bodyPr/>
                    <a:lstStyle/>
                    <a:p>
                      <a:pPr algn="r"/>
                      <a:r>
                        <a:t>2020 →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Parcels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Acres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Canopy 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Canopy 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Acres heavily cut</a:t>
                      </a:r>
                    </a:p>
                  </a:txBody>
                </a:tc>
              </a:tr>
              <a:tr h="685800">
                <a:tc>
                  <a:txBody>
                    <a:bodyPr/>
                    <a:lstStyle/>
                    <a:p>
                      <a:pPr algn="r"/>
                      <a:r>
                        <a:t>TRG → Verdant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101,301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75.0%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73.4%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6,837 (6.7%)</a:t>
                      </a:r>
                    </a:p>
                  </a:txBody>
                </a:tc>
              </a:tr>
              <a:tr h="685800">
                <a:tc>
                  <a:txBody>
                    <a:bodyPr/>
                    <a:lstStyle/>
                    <a:p>
                      <a:pPr algn="r"/>
                      <a:r>
                        <a:t>TRG → The Nature Conservancy (Heartlands)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30,813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70.5%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75.3%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 (0.0%)</a:t>
                      </a:r>
                    </a:p>
                  </a:txBody>
                </a:tc>
              </a:tr>
              <a:tr h="685800">
                <a:tc>
                  <a:txBody>
                    <a:bodyPr/>
                    <a:lstStyle/>
                    <a:p>
                      <a:pPr algn="r"/>
                      <a:r>
                        <a:t>TRG → Verdant → American Songbird (2026)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15,350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72.7%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65.8%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3,097 (20.2%)</a:t>
                      </a:r>
                    </a:p>
                  </a:txBody>
                </a:tc>
              </a:tr>
              <a:tr h="685800">
                <a:tc>
                  <a:txBody>
                    <a:bodyPr/>
                    <a:lstStyle/>
                    <a:p>
                      <a:pPr algn="r"/>
                      <a:r>
                        <a:t>TRG → other owners / left CFP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17,361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71.3%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73.9%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46 (0.3%)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2026-10-08T12:36:10Z</dcterms:modified>
  <cp:category/>
</cp:coreProperties>
</file>