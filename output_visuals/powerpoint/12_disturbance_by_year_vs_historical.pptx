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594360"/>
            <a:ext cx="10972800" cy="5669280"/>
            <a:chOff x="609600" y="594360"/>
            <a:chExt cx="10972800" cy="5669280"/>
          </a:xfrm>
        </p:grpSpPr>
        <p:sp>
          <p:nvSpPr>
            <p:cNvPr id="3" name="rc3"/>
            <p:cNvSpPr/>
            <p:nvPr/>
          </p:nvSpPr>
          <p:spPr>
            <a:xfrm>
              <a:off x="609600" y="594360"/>
              <a:ext cx="10972800" cy="56692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594360"/>
              <a:ext cx="10972799" cy="56692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736761" y="5406742"/>
              <a:ext cx="6878960" cy="0"/>
            </a:xfrm>
            <a:custGeom>
              <a:avLst/>
              <a:pathLst>
                <a:path w="6878960" h="0">
                  <a:moveTo>
                    <a:pt x="0" y="0"/>
                  </a:moveTo>
                  <a:lnTo>
                    <a:pt x="6878960" y="0"/>
                  </a:lnTo>
                  <a:lnTo>
                    <a:pt x="687896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736761" y="4330799"/>
              <a:ext cx="6878960" cy="0"/>
            </a:xfrm>
            <a:custGeom>
              <a:avLst/>
              <a:pathLst>
                <a:path w="6878960" h="0">
                  <a:moveTo>
                    <a:pt x="0" y="0"/>
                  </a:moveTo>
                  <a:lnTo>
                    <a:pt x="6878960" y="0"/>
                  </a:lnTo>
                  <a:lnTo>
                    <a:pt x="687896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736761" y="3254856"/>
              <a:ext cx="6878960" cy="0"/>
            </a:xfrm>
            <a:custGeom>
              <a:avLst/>
              <a:pathLst>
                <a:path w="6878960" h="0">
                  <a:moveTo>
                    <a:pt x="0" y="0"/>
                  </a:moveTo>
                  <a:lnTo>
                    <a:pt x="6878960" y="0"/>
                  </a:lnTo>
                  <a:lnTo>
                    <a:pt x="687896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36761" y="2178913"/>
              <a:ext cx="6878960" cy="0"/>
            </a:xfrm>
            <a:custGeom>
              <a:avLst/>
              <a:pathLst>
                <a:path w="6878960" h="0">
                  <a:moveTo>
                    <a:pt x="0" y="0"/>
                  </a:moveTo>
                  <a:lnTo>
                    <a:pt x="6878960" y="0"/>
                  </a:lnTo>
                  <a:lnTo>
                    <a:pt x="6878960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049441" y="5277815"/>
              <a:ext cx="316638" cy="12892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049441" y="3570666"/>
              <a:ext cx="316638" cy="2105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049441" y="3572772"/>
              <a:ext cx="316638" cy="1705043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45239" y="5262549"/>
              <a:ext cx="316638" cy="14419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445239" y="2930868"/>
              <a:ext cx="316638" cy="24024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445239" y="2954892"/>
              <a:ext cx="316638" cy="2307656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841036" y="5213974"/>
              <a:ext cx="316638" cy="192767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41036" y="3205184"/>
              <a:ext cx="316638" cy="6843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841036" y="3212027"/>
              <a:ext cx="316638" cy="200194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236834" y="5194927"/>
              <a:ext cx="316638" cy="20511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236834" y="5400042"/>
              <a:ext cx="316638" cy="669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36834" y="4465111"/>
              <a:ext cx="316638" cy="65228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236834" y="4530339"/>
              <a:ext cx="316638" cy="66458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632631" y="5264559"/>
              <a:ext cx="316638" cy="14218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632631" y="4755984"/>
              <a:ext cx="316638" cy="10528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32631" y="4766513"/>
              <a:ext cx="316638" cy="498046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028429" y="5295618"/>
              <a:ext cx="316638" cy="111123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028429" y="4070148"/>
              <a:ext cx="316638" cy="1225470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424226" y="5246756"/>
              <a:ext cx="316638" cy="159985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424226" y="3284865"/>
              <a:ext cx="316638" cy="1961891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820024" y="4425198"/>
              <a:ext cx="316638" cy="51125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820024" y="4936453"/>
              <a:ext cx="316638" cy="470289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820024" y="2720250"/>
              <a:ext cx="316638" cy="170494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215821" y="4902953"/>
              <a:ext cx="316638" cy="44502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215821" y="5347974"/>
              <a:ext cx="316638" cy="5876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215821" y="3208725"/>
              <a:ext cx="316638" cy="169422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5611619" y="4752395"/>
              <a:ext cx="316638" cy="32662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5611619" y="5079018"/>
              <a:ext cx="316638" cy="32772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5611619" y="3136557"/>
              <a:ext cx="316638" cy="1615838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6007416" y="5155685"/>
              <a:ext cx="316638" cy="251056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6007416" y="3487730"/>
              <a:ext cx="316638" cy="1667954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6403214" y="5405354"/>
              <a:ext cx="316638" cy="1387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6403214" y="4128486"/>
              <a:ext cx="316638" cy="683634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6403214" y="4812121"/>
              <a:ext cx="316638" cy="593233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6403214" y="1597625"/>
              <a:ext cx="316638" cy="15553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6403214" y="1613178"/>
              <a:ext cx="316638" cy="251530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6799011" y="5406359"/>
              <a:ext cx="316638" cy="382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6799011" y="4371933"/>
              <a:ext cx="316638" cy="976710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6799011" y="5348644"/>
              <a:ext cx="316638" cy="57715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6799011" y="1971243"/>
              <a:ext cx="316638" cy="2400690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194809" y="4023536"/>
              <a:ext cx="316638" cy="65669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7194809" y="4680227"/>
              <a:ext cx="316638" cy="726514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7194809" y="1750575"/>
              <a:ext cx="316638" cy="574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194809" y="1751149"/>
              <a:ext cx="316638" cy="2272386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590606" y="5406646"/>
              <a:ext cx="316638" cy="95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590606" y="4747466"/>
              <a:ext cx="316638" cy="48699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590606" y="5234457"/>
              <a:ext cx="316638" cy="172188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590606" y="3534008"/>
              <a:ext cx="316638" cy="1213457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986404" y="5399515"/>
              <a:ext cx="316638" cy="7226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986404" y="4064405"/>
              <a:ext cx="316638" cy="558632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7986404" y="4623038"/>
              <a:ext cx="316638" cy="776477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986404" y="1857679"/>
              <a:ext cx="316638" cy="765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7986404" y="1858444"/>
              <a:ext cx="316638" cy="2205960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736761" y="2558135"/>
              <a:ext cx="6878960" cy="0"/>
            </a:xfrm>
            <a:custGeom>
              <a:avLst/>
              <a:pathLst>
                <a:path w="6878960" h="0">
                  <a:moveTo>
                    <a:pt x="0" y="0"/>
                  </a:moveTo>
                  <a:lnTo>
                    <a:pt x="6878960" y="0"/>
                  </a:lnTo>
                  <a:lnTo>
                    <a:pt x="6878960" y="0"/>
                  </a:lnTo>
                </a:path>
              </a:pathLst>
            </a:custGeom>
            <a:ln w="24391" cap="flat">
              <a:solidFill>
                <a:srgbClr val="000000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736761" y="4869900"/>
              <a:ext cx="6878960" cy="0"/>
            </a:xfrm>
            <a:custGeom>
              <a:avLst/>
              <a:pathLst>
                <a:path w="6878960" h="0">
                  <a:moveTo>
                    <a:pt x="0" y="0"/>
                  </a:moveTo>
                  <a:lnTo>
                    <a:pt x="6878960" y="0"/>
                  </a:lnTo>
                  <a:lnTo>
                    <a:pt x="6878960" y="0"/>
                  </a:lnTo>
                </a:path>
              </a:pathLst>
            </a:custGeom>
            <a:ln w="24391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2049441" y="2462104"/>
              <a:ext cx="3227962" cy="192062"/>
            </a:xfrm>
            <a:custGeom>
              <a:avLst/>
              <a:pathLst>
                <a:path w="3227962" h="192062">
                  <a:moveTo>
                    <a:pt x="26017" y="192062"/>
                  </a:moveTo>
                  <a:lnTo>
                    <a:pt x="3201945" y="192062"/>
                  </a:lnTo>
                  <a:lnTo>
                    <a:pt x="3200897" y="192041"/>
                  </a:lnTo>
                  <a:lnTo>
                    <a:pt x="3205081" y="191873"/>
                  </a:lnTo>
                  <a:lnTo>
                    <a:pt x="3209183" y="191035"/>
                  </a:lnTo>
                  <a:lnTo>
                    <a:pt x="3213098" y="189550"/>
                  </a:lnTo>
                  <a:lnTo>
                    <a:pt x="3216724" y="187457"/>
                  </a:lnTo>
                  <a:lnTo>
                    <a:pt x="3219967" y="184809"/>
                  </a:lnTo>
                  <a:lnTo>
                    <a:pt x="3222744" y="181675"/>
                  </a:lnTo>
                  <a:lnTo>
                    <a:pt x="3224982" y="178136"/>
                  </a:lnTo>
                  <a:lnTo>
                    <a:pt x="3226623" y="174284"/>
                  </a:lnTo>
                  <a:lnTo>
                    <a:pt x="3227625" y="170219"/>
                  </a:lnTo>
                  <a:lnTo>
                    <a:pt x="3227962" y="166045"/>
                  </a:lnTo>
                  <a:lnTo>
                    <a:pt x="3227962" y="26017"/>
                  </a:lnTo>
                  <a:lnTo>
                    <a:pt x="3227625" y="21843"/>
                  </a:lnTo>
                  <a:lnTo>
                    <a:pt x="3226623" y="17778"/>
                  </a:lnTo>
                  <a:lnTo>
                    <a:pt x="3224982" y="13926"/>
                  </a:lnTo>
                  <a:lnTo>
                    <a:pt x="3222744" y="10387"/>
                  </a:lnTo>
                  <a:lnTo>
                    <a:pt x="3219967" y="7253"/>
                  </a:lnTo>
                  <a:lnTo>
                    <a:pt x="3216724" y="4605"/>
                  </a:lnTo>
                  <a:lnTo>
                    <a:pt x="3213098" y="2511"/>
                  </a:lnTo>
                  <a:lnTo>
                    <a:pt x="3209183" y="1027"/>
                  </a:lnTo>
                  <a:lnTo>
                    <a:pt x="3205081" y="189"/>
                  </a:lnTo>
                  <a:lnTo>
                    <a:pt x="3201945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6045"/>
                  </a:lnTo>
                  <a:lnTo>
                    <a:pt x="84" y="163952"/>
                  </a:lnTo>
                  <a:lnTo>
                    <a:pt x="84" y="168139"/>
                  </a:lnTo>
                  <a:lnTo>
                    <a:pt x="756" y="172272"/>
                  </a:lnTo>
                  <a:lnTo>
                    <a:pt x="2081" y="176243"/>
                  </a:lnTo>
                  <a:lnTo>
                    <a:pt x="4027" y="179950"/>
                  </a:lnTo>
                  <a:lnTo>
                    <a:pt x="6543" y="183298"/>
                  </a:lnTo>
                  <a:lnTo>
                    <a:pt x="9562" y="186198"/>
                  </a:lnTo>
                  <a:lnTo>
                    <a:pt x="13008" y="188577"/>
                  </a:lnTo>
                  <a:lnTo>
                    <a:pt x="16791" y="190372"/>
                  </a:lnTo>
                  <a:lnTo>
                    <a:pt x="20813" y="191537"/>
                  </a:lnTo>
                  <a:lnTo>
                    <a:pt x="24969" y="1920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2092803" y="2505466"/>
              <a:ext cx="3141238" cy="1053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Historical, all disturbances: 13,238 acres/yr</a:t>
              </a:r>
            </a:p>
          </p:txBody>
        </p:sp>
        <p:sp>
          <p:nvSpPr>
            <p:cNvPr id="66" name="pg66"/>
            <p:cNvSpPr/>
            <p:nvPr/>
          </p:nvSpPr>
          <p:spPr>
            <a:xfrm>
              <a:off x="2049441" y="4773868"/>
              <a:ext cx="3365213" cy="192062"/>
            </a:xfrm>
            <a:custGeom>
              <a:avLst/>
              <a:pathLst>
                <a:path w="3365213" h="192062">
                  <a:moveTo>
                    <a:pt x="26017" y="192062"/>
                  </a:moveTo>
                  <a:lnTo>
                    <a:pt x="3339196" y="192062"/>
                  </a:lnTo>
                  <a:lnTo>
                    <a:pt x="3338148" y="192041"/>
                  </a:lnTo>
                  <a:lnTo>
                    <a:pt x="3342332" y="191873"/>
                  </a:lnTo>
                  <a:lnTo>
                    <a:pt x="3346434" y="191035"/>
                  </a:lnTo>
                  <a:lnTo>
                    <a:pt x="3350349" y="189550"/>
                  </a:lnTo>
                  <a:lnTo>
                    <a:pt x="3353976" y="187457"/>
                  </a:lnTo>
                  <a:lnTo>
                    <a:pt x="3357219" y="184809"/>
                  </a:lnTo>
                  <a:lnTo>
                    <a:pt x="3359995" y="181675"/>
                  </a:lnTo>
                  <a:lnTo>
                    <a:pt x="3362233" y="178136"/>
                  </a:lnTo>
                  <a:lnTo>
                    <a:pt x="3363874" y="174284"/>
                  </a:lnTo>
                  <a:lnTo>
                    <a:pt x="3364876" y="170219"/>
                  </a:lnTo>
                  <a:lnTo>
                    <a:pt x="3365213" y="166045"/>
                  </a:lnTo>
                  <a:lnTo>
                    <a:pt x="3365213" y="26017"/>
                  </a:lnTo>
                  <a:lnTo>
                    <a:pt x="3364876" y="21843"/>
                  </a:lnTo>
                  <a:lnTo>
                    <a:pt x="3363874" y="17778"/>
                  </a:lnTo>
                  <a:lnTo>
                    <a:pt x="3362233" y="13926"/>
                  </a:lnTo>
                  <a:lnTo>
                    <a:pt x="3359995" y="10387"/>
                  </a:lnTo>
                  <a:lnTo>
                    <a:pt x="3357219" y="7253"/>
                  </a:lnTo>
                  <a:lnTo>
                    <a:pt x="3353976" y="4605"/>
                  </a:lnTo>
                  <a:lnTo>
                    <a:pt x="3350349" y="2511"/>
                  </a:lnTo>
                  <a:lnTo>
                    <a:pt x="3346434" y="1027"/>
                  </a:lnTo>
                  <a:lnTo>
                    <a:pt x="3342332" y="189"/>
                  </a:lnTo>
                  <a:lnTo>
                    <a:pt x="3339196" y="0"/>
                  </a:lnTo>
                  <a:lnTo>
                    <a:pt x="26017" y="0"/>
                  </a:lnTo>
                  <a:lnTo>
                    <a:pt x="29153" y="189"/>
                  </a:lnTo>
                  <a:lnTo>
                    <a:pt x="24969" y="21"/>
                  </a:lnTo>
                  <a:lnTo>
                    <a:pt x="20813" y="525"/>
                  </a:lnTo>
                  <a:lnTo>
                    <a:pt x="16791" y="1690"/>
                  </a:lnTo>
                  <a:lnTo>
                    <a:pt x="13008" y="3485"/>
                  </a:lnTo>
                  <a:lnTo>
                    <a:pt x="9562" y="5864"/>
                  </a:lnTo>
                  <a:lnTo>
                    <a:pt x="6543" y="8764"/>
                  </a:lnTo>
                  <a:lnTo>
                    <a:pt x="4027" y="12111"/>
                  </a:lnTo>
                  <a:lnTo>
                    <a:pt x="2081" y="15819"/>
                  </a:lnTo>
                  <a:lnTo>
                    <a:pt x="756" y="19790"/>
                  </a:lnTo>
                  <a:lnTo>
                    <a:pt x="84" y="23923"/>
                  </a:lnTo>
                  <a:lnTo>
                    <a:pt x="0" y="26017"/>
                  </a:lnTo>
                  <a:lnTo>
                    <a:pt x="0" y="166045"/>
                  </a:lnTo>
                  <a:lnTo>
                    <a:pt x="84" y="163952"/>
                  </a:lnTo>
                  <a:lnTo>
                    <a:pt x="84" y="168139"/>
                  </a:lnTo>
                  <a:lnTo>
                    <a:pt x="756" y="172272"/>
                  </a:lnTo>
                  <a:lnTo>
                    <a:pt x="2081" y="176243"/>
                  </a:lnTo>
                  <a:lnTo>
                    <a:pt x="4027" y="179950"/>
                  </a:lnTo>
                  <a:lnTo>
                    <a:pt x="6543" y="183298"/>
                  </a:lnTo>
                  <a:lnTo>
                    <a:pt x="9562" y="186198"/>
                  </a:lnTo>
                  <a:lnTo>
                    <a:pt x="13008" y="188577"/>
                  </a:lnTo>
                  <a:lnTo>
                    <a:pt x="16791" y="190372"/>
                  </a:lnTo>
                  <a:lnTo>
                    <a:pt x="20813" y="191537"/>
                  </a:lnTo>
                  <a:lnTo>
                    <a:pt x="24969" y="1920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2092803" y="4817230"/>
              <a:ext cx="3278489" cy="1053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Historical, structure-changing: 2,495 acres/yr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1517964" y="5340128"/>
              <a:ext cx="116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110965" y="4264185"/>
              <a:ext cx="523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5,000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994653" y="3188242"/>
              <a:ext cx="63962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10,000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994653" y="2112299"/>
              <a:ext cx="63962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15,000</a:t>
              </a:r>
            </a:p>
          </p:txBody>
        </p:sp>
        <p:sp>
          <p:nvSpPr>
            <p:cNvPr id="72" name="tx72"/>
            <p:cNvSpPr/>
            <p:nvPr/>
          </p:nvSpPr>
          <p:spPr>
            <a:xfrm rot="-2700000">
              <a:off x="1857751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2010</a:t>
              </a:r>
            </a:p>
          </p:txBody>
        </p:sp>
        <p:sp>
          <p:nvSpPr>
            <p:cNvPr id="73" name="tx73"/>
            <p:cNvSpPr/>
            <p:nvPr/>
          </p:nvSpPr>
          <p:spPr>
            <a:xfrm rot="-2700000">
              <a:off x="2253548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2011</a:t>
              </a:r>
            </a:p>
          </p:txBody>
        </p:sp>
        <p:sp>
          <p:nvSpPr>
            <p:cNvPr id="74" name="tx74"/>
            <p:cNvSpPr/>
            <p:nvPr/>
          </p:nvSpPr>
          <p:spPr>
            <a:xfrm rot="-2700000">
              <a:off x="2649346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2012</a:t>
              </a:r>
            </a:p>
          </p:txBody>
        </p:sp>
        <p:sp>
          <p:nvSpPr>
            <p:cNvPr id="75" name="tx75"/>
            <p:cNvSpPr/>
            <p:nvPr/>
          </p:nvSpPr>
          <p:spPr>
            <a:xfrm rot="-2700000">
              <a:off x="3045143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2013</a:t>
              </a:r>
            </a:p>
          </p:txBody>
        </p:sp>
        <p:sp>
          <p:nvSpPr>
            <p:cNvPr id="76" name="tx76"/>
            <p:cNvSpPr/>
            <p:nvPr/>
          </p:nvSpPr>
          <p:spPr>
            <a:xfrm rot="-2700000">
              <a:off x="3440941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2014</a:t>
              </a:r>
            </a:p>
          </p:txBody>
        </p:sp>
        <p:sp>
          <p:nvSpPr>
            <p:cNvPr id="77" name="tx77"/>
            <p:cNvSpPr/>
            <p:nvPr/>
          </p:nvSpPr>
          <p:spPr>
            <a:xfrm rot="-2700000">
              <a:off x="3836738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2015</a:t>
              </a:r>
            </a:p>
          </p:txBody>
        </p:sp>
        <p:sp>
          <p:nvSpPr>
            <p:cNvPr id="78" name="tx78"/>
            <p:cNvSpPr/>
            <p:nvPr/>
          </p:nvSpPr>
          <p:spPr>
            <a:xfrm rot="-2700000">
              <a:off x="4232536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2016</a:t>
              </a:r>
            </a:p>
          </p:txBody>
        </p:sp>
        <p:sp>
          <p:nvSpPr>
            <p:cNvPr id="79" name="tx79"/>
            <p:cNvSpPr/>
            <p:nvPr/>
          </p:nvSpPr>
          <p:spPr>
            <a:xfrm rot="-2700000">
              <a:off x="4628333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2017</a:t>
              </a:r>
            </a:p>
          </p:txBody>
        </p:sp>
        <p:sp>
          <p:nvSpPr>
            <p:cNvPr id="80" name="tx80"/>
            <p:cNvSpPr/>
            <p:nvPr/>
          </p:nvSpPr>
          <p:spPr>
            <a:xfrm rot="-2700000">
              <a:off x="5024131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2018</a:t>
              </a:r>
            </a:p>
          </p:txBody>
        </p:sp>
        <p:sp>
          <p:nvSpPr>
            <p:cNvPr id="81" name="tx81"/>
            <p:cNvSpPr/>
            <p:nvPr/>
          </p:nvSpPr>
          <p:spPr>
            <a:xfrm rot="-2700000">
              <a:off x="5419928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2019</a:t>
              </a:r>
            </a:p>
          </p:txBody>
        </p:sp>
        <p:sp>
          <p:nvSpPr>
            <p:cNvPr id="82" name="tx82"/>
            <p:cNvSpPr/>
            <p:nvPr/>
          </p:nvSpPr>
          <p:spPr>
            <a:xfrm rot="-2700000">
              <a:off x="5815726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2020</a:t>
              </a:r>
            </a:p>
          </p:txBody>
        </p:sp>
        <p:sp>
          <p:nvSpPr>
            <p:cNvPr id="83" name="tx83"/>
            <p:cNvSpPr/>
            <p:nvPr/>
          </p:nvSpPr>
          <p:spPr>
            <a:xfrm rot="-2700000">
              <a:off x="6211523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2021</a:t>
              </a:r>
            </a:p>
          </p:txBody>
        </p:sp>
        <p:sp>
          <p:nvSpPr>
            <p:cNvPr id="84" name="tx84"/>
            <p:cNvSpPr/>
            <p:nvPr/>
          </p:nvSpPr>
          <p:spPr>
            <a:xfrm rot="-2700000">
              <a:off x="6607321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2022</a:t>
              </a:r>
            </a:p>
          </p:txBody>
        </p:sp>
        <p:sp>
          <p:nvSpPr>
            <p:cNvPr id="85" name="tx85"/>
            <p:cNvSpPr/>
            <p:nvPr/>
          </p:nvSpPr>
          <p:spPr>
            <a:xfrm rot="-2700000">
              <a:off x="7003118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2023</a:t>
              </a:r>
            </a:p>
          </p:txBody>
        </p:sp>
        <p:sp>
          <p:nvSpPr>
            <p:cNvPr id="86" name="tx86"/>
            <p:cNvSpPr/>
            <p:nvPr/>
          </p:nvSpPr>
          <p:spPr>
            <a:xfrm rot="-2700000">
              <a:off x="7398916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2024</a:t>
              </a:r>
            </a:p>
          </p:txBody>
        </p:sp>
        <p:sp>
          <p:nvSpPr>
            <p:cNvPr id="87" name="tx87"/>
            <p:cNvSpPr/>
            <p:nvPr/>
          </p:nvSpPr>
          <p:spPr>
            <a:xfrm rot="-2700000">
              <a:off x="7794713" y="5844662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2025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-86411" y="3418836"/>
              <a:ext cx="1786463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Acres disturbed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8972068" y="2968270"/>
              <a:ext cx="190001" cy="190001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8972068" y="3187726"/>
              <a:ext cx="190001" cy="190001"/>
            </a:xfrm>
            <a:prstGeom prst="rect">
              <a:avLst/>
            </a:prstGeom>
            <a:solidFill>
              <a:srgbClr val="7570B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8972068" y="3407182"/>
              <a:ext cx="190001" cy="190001"/>
            </a:xfrm>
            <a:prstGeom prst="rect">
              <a:avLst/>
            </a:prstGeom>
            <a:solidFill>
              <a:srgbClr val="D95F0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8972068" y="3626638"/>
              <a:ext cx="190001" cy="190001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8972068" y="3846094"/>
              <a:ext cx="190001" cy="190001"/>
            </a:xfrm>
            <a:prstGeom prst="rect">
              <a:avLst/>
            </a:prstGeom>
            <a:solidFill>
              <a:srgbClr val="A6A6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tx94"/>
            <p:cNvSpPr/>
            <p:nvPr/>
          </p:nvSpPr>
          <p:spPr>
            <a:xfrm>
              <a:off x="9290670" y="2996657"/>
              <a:ext cx="326257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Fire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9290670" y="3216113"/>
              <a:ext cx="1642079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Insects or disease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9290670" y="3435569"/>
              <a:ext cx="206398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Harvest or mechanical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9290670" y="3655025"/>
              <a:ext cx="1442648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Unknown cause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9290670" y="3874481"/>
              <a:ext cx="519013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723472" y="1079052"/>
              <a:ext cx="8542324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595959">
                      <a:alpha val="100000"/>
                    </a:srgbClr>
                  </a:solidFill>
                  <a:latin typeface="DejaVu Sans"/>
                  <a:cs typeface="DejaVu Sans"/>
                </a:rPr>
                <a:t>LANDFIRE Annual Disturbance, all land, Houghton and Keweenaw counties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723472" y="708232"/>
              <a:ext cx="8669152" cy="19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16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Acres disturbed each year vs. the historical expectation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2026-10-14T07:57:52Z</dcterms:modified>
  <cp:category/>
</cp:coreProperties>
</file>