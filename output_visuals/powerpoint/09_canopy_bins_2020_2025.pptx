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09600" y="868680"/>
            <a:ext cx="10972800" cy="5120640"/>
            <a:chOff x="609600" y="868680"/>
            <a:chExt cx="10972800" cy="5120640"/>
          </a:xfrm>
        </p:grpSpPr>
        <p:sp>
          <p:nvSpPr>
            <p:cNvPr id="3" name="rc3"/>
            <p:cNvSpPr/>
            <p:nvPr/>
          </p:nvSpPr>
          <p:spPr>
            <a:xfrm>
              <a:off x="609600" y="868680"/>
              <a:ext cx="10972800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09600" y="868680"/>
              <a:ext cx="10972800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620450" y="4687823"/>
              <a:ext cx="4496047" cy="0"/>
            </a:xfrm>
            <a:custGeom>
              <a:avLst/>
              <a:pathLst>
                <a:path w="4496047" h="0">
                  <a:moveTo>
                    <a:pt x="0" y="0"/>
                  </a:moveTo>
                  <a:lnTo>
                    <a:pt x="4496047" y="0"/>
                  </a:lnTo>
                  <a:lnTo>
                    <a:pt x="4496047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620450" y="4134430"/>
              <a:ext cx="4496047" cy="0"/>
            </a:xfrm>
            <a:custGeom>
              <a:avLst/>
              <a:pathLst>
                <a:path w="4496047" h="0">
                  <a:moveTo>
                    <a:pt x="0" y="0"/>
                  </a:moveTo>
                  <a:lnTo>
                    <a:pt x="4496047" y="0"/>
                  </a:lnTo>
                  <a:lnTo>
                    <a:pt x="4496047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620450" y="3581037"/>
              <a:ext cx="4496047" cy="0"/>
            </a:xfrm>
            <a:custGeom>
              <a:avLst/>
              <a:pathLst>
                <a:path w="4496047" h="0">
                  <a:moveTo>
                    <a:pt x="0" y="0"/>
                  </a:moveTo>
                  <a:lnTo>
                    <a:pt x="4496047" y="0"/>
                  </a:lnTo>
                  <a:lnTo>
                    <a:pt x="4496047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20450" y="3027644"/>
              <a:ext cx="4496047" cy="0"/>
            </a:xfrm>
            <a:custGeom>
              <a:avLst/>
              <a:pathLst>
                <a:path w="4496047" h="0">
                  <a:moveTo>
                    <a:pt x="0" y="0"/>
                  </a:moveTo>
                  <a:lnTo>
                    <a:pt x="4496047" y="0"/>
                  </a:lnTo>
                  <a:lnTo>
                    <a:pt x="4496047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714117" y="4605118"/>
              <a:ext cx="165295" cy="82704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1890433" y="4127662"/>
              <a:ext cx="165295" cy="560160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154906" y="4646594"/>
              <a:ext cx="165295" cy="41229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331222" y="4646409"/>
              <a:ext cx="165295" cy="41413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95695" y="4620072"/>
              <a:ext cx="165295" cy="67750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772011" y="4612195"/>
              <a:ext cx="165295" cy="75627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036484" y="4602472"/>
              <a:ext cx="165295" cy="85350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212800" y="4601242"/>
              <a:ext cx="165295" cy="86580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3477273" y="4579827"/>
              <a:ext cx="165295" cy="107995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653589" y="4611703"/>
              <a:ext cx="165295" cy="76119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918062" y="4488016"/>
              <a:ext cx="165295" cy="199806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4094378" y="4539952"/>
              <a:ext cx="165295" cy="147870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358851" y="4208212"/>
              <a:ext cx="165295" cy="479610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4535167" y="4289932"/>
              <a:ext cx="165295" cy="397890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4799640" y="2826302"/>
              <a:ext cx="165295" cy="1861520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975956" y="3197855"/>
              <a:ext cx="165295" cy="1489967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240429" y="2847162"/>
              <a:ext cx="165295" cy="1840660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416745" y="2804087"/>
              <a:ext cx="165295" cy="1883735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681218" y="4685177"/>
              <a:ext cx="165295" cy="2646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857534" y="4677915"/>
              <a:ext cx="165295" cy="9907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72479" y="4687823"/>
              <a:ext cx="4496047" cy="0"/>
            </a:xfrm>
            <a:custGeom>
              <a:avLst/>
              <a:pathLst>
                <a:path w="4496047" h="0">
                  <a:moveTo>
                    <a:pt x="0" y="0"/>
                  </a:moveTo>
                  <a:lnTo>
                    <a:pt x="4496047" y="0"/>
                  </a:lnTo>
                  <a:lnTo>
                    <a:pt x="4496047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972479" y="4109397"/>
              <a:ext cx="4496047" cy="0"/>
            </a:xfrm>
            <a:custGeom>
              <a:avLst/>
              <a:pathLst>
                <a:path w="4496047" h="0">
                  <a:moveTo>
                    <a:pt x="0" y="0"/>
                  </a:moveTo>
                  <a:lnTo>
                    <a:pt x="4496047" y="0"/>
                  </a:lnTo>
                  <a:lnTo>
                    <a:pt x="4496047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972479" y="3530972"/>
              <a:ext cx="4496047" cy="0"/>
            </a:xfrm>
            <a:custGeom>
              <a:avLst/>
              <a:pathLst>
                <a:path w="4496047" h="0">
                  <a:moveTo>
                    <a:pt x="0" y="0"/>
                  </a:moveTo>
                  <a:lnTo>
                    <a:pt x="4496047" y="0"/>
                  </a:lnTo>
                  <a:lnTo>
                    <a:pt x="4496047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972479" y="2952547"/>
              <a:ext cx="4496047" cy="0"/>
            </a:xfrm>
            <a:custGeom>
              <a:avLst/>
              <a:pathLst>
                <a:path w="4496047" h="0">
                  <a:moveTo>
                    <a:pt x="0" y="0"/>
                  </a:moveTo>
                  <a:lnTo>
                    <a:pt x="4496047" y="0"/>
                  </a:lnTo>
                  <a:lnTo>
                    <a:pt x="4496047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7066146" y="4529005"/>
              <a:ext cx="165295" cy="158817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7242462" y="4572562"/>
              <a:ext cx="165295" cy="115260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7506935" y="4654016"/>
              <a:ext cx="165295" cy="33806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7683251" y="4677763"/>
              <a:ext cx="165295" cy="10059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947724" y="4645063"/>
              <a:ext cx="165295" cy="42759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8124040" y="4666726"/>
              <a:ext cx="165295" cy="21096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8388513" y="4620776"/>
              <a:ext cx="165295" cy="67046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8564829" y="4660320"/>
              <a:ext cx="165295" cy="27502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8829302" y="4590031"/>
              <a:ext cx="165295" cy="97791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9005618" y="4654325"/>
              <a:ext cx="165295" cy="33497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9270091" y="4514495"/>
              <a:ext cx="165295" cy="173327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9446407" y="4617946"/>
              <a:ext cx="165295" cy="69876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9710880" y="4284386"/>
              <a:ext cx="165295" cy="403437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9887196" y="4414697"/>
              <a:ext cx="165295" cy="273125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0151669" y="3301508"/>
              <a:ext cx="165295" cy="1386314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0327985" y="3386590"/>
              <a:ext cx="165295" cy="1301233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0592458" y="3291140"/>
              <a:ext cx="165295" cy="1396682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10768774" y="2804087"/>
              <a:ext cx="165295" cy="1883735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1033247" y="4679873"/>
              <a:ext cx="165295" cy="7949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11209563" y="4655277"/>
              <a:ext cx="165295" cy="32545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2885036" y="2466555"/>
              <a:ext cx="1966874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1">
                  <a:solidFill>
                    <a:srgbClr val="1A1A1A">
                      <a:alpha val="100000"/>
                    </a:srgbClr>
                  </a:solidFill>
                  <a:latin typeface="DejaVu Sans"/>
                  <a:cs typeface="DejaVu Sans"/>
                </a:rPr>
                <a:t>American Songbird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071010" y="2466555"/>
              <a:ext cx="2298984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1">
                  <a:solidFill>
                    <a:srgbClr val="1A1A1A">
                      <a:alpha val="100000"/>
                    </a:srgbClr>
                  </a:solidFill>
                  <a:latin typeface="DejaVu Sans"/>
                  <a:cs typeface="DejaVu Sans"/>
                </a:rPr>
                <a:t>Keweenaw Heartlands</a:t>
              </a:r>
            </a:p>
          </p:txBody>
        </p:sp>
        <p:sp>
          <p:nvSpPr>
            <p:cNvPr id="55" name="tx55"/>
            <p:cNvSpPr/>
            <p:nvPr/>
          </p:nvSpPr>
          <p:spPr>
            <a:xfrm rot="-2700000">
              <a:off x="1407928" y="5082073"/>
              <a:ext cx="614019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0–10%</a:t>
              </a:r>
            </a:p>
          </p:txBody>
        </p:sp>
        <p:sp>
          <p:nvSpPr>
            <p:cNvPr id="56" name="tx56"/>
            <p:cNvSpPr/>
            <p:nvPr/>
          </p:nvSpPr>
          <p:spPr>
            <a:xfrm rot="-2700000">
              <a:off x="1749439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10–20%</a:t>
              </a:r>
            </a:p>
          </p:txBody>
        </p:sp>
        <p:sp>
          <p:nvSpPr>
            <p:cNvPr id="57" name="tx57"/>
            <p:cNvSpPr/>
            <p:nvPr/>
          </p:nvSpPr>
          <p:spPr>
            <a:xfrm rot="-2700000">
              <a:off x="2190228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20–30%</a:t>
              </a:r>
            </a:p>
          </p:txBody>
        </p:sp>
        <p:sp>
          <p:nvSpPr>
            <p:cNvPr id="58" name="tx58"/>
            <p:cNvSpPr/>
            <p:nvPr/>
          </p:nvSpPr>
          <p:spPr>
            <a:xfrm rot="-2700000">
              <a:off x="2631017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30–40%</a:t>
              </a:r>
            </a:p>
          </p:txBody>
        </p:sp>
        <p:sp>
          <p:nvSpPr>
            <p:cNvPr id="59" name="tx59"/>
            <p:cNvSpPr/>
            <p:nvPr/>
          </p:nvSpPr>
          <p:spPr>
            <a:xfrm rot="-2700000">
              <a:off x="3071806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40–50%</a:t>
              </a:r>
            </a:p>
          </p:txBody>
        </p:sp>
        <p:sp>
          <p:nvSpPr>
            <p:cNvPr id="60" name="tx60"/>
            <p:cNvSpPr/>
            <p:nvPr/>
          </p:nvSpPr>
          <p:spPr>
            <a:xfrm rot="-2700000">
              <a:off x="3512595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50–60%</a:t>
              </a:r>
            </a:p>
          </p:txBody>
        </p:sp>
        <p:sp>
          <p:nvSpPr>
            <p:cNvPr id="61" name="tx61"/>
            <p:cNvSpPr/>
            <p:nvPr/>
          </p:nvSpPr>
          <p:spPr>
            <a:xfrm rot="-2700000">
              <a:off x="3953384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60–70%</a:t>
              </a:r>
            </a:p>
          </p:txBody>
        </p:sp>
        <p:sp>
          <p:nvSpPr>
            <p:cNvPr id="62" name="tx62"/>
            <p:cNvSpPr/>
            <p:nvPr/>
          </p:nvSpPr>
          <p:spPr>
            <a:xfrm rot="-2700000">
              <a:off x="4394173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70–80%</a:t>
              </a:r>
            </a:p>
          </p:txBody>
        </p:sp>
        <p:sp>
          <p:nvSpPr>
            <p:cNvPr id="63" name="tx63"/>
            <p:cNvSpPr/>
            <p:nvPr/>
          </p:nvSpPr>
          <p:spPr>
            <a:xfrm rot="-2700000">
              <a:off x="4834961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80–90%</a:t>
              </a:r>
            </a:p>
          </p:txBody>
        </p:sp>
        <p:sp>
          <p:nvSpPr>
            <p:cNvPr id="64" name="tx64"/>
            <p:cNvSpPr/>
            <p:nvPr/>
          </p:nvSpPr>
          <p:spPr>
            <a:xfrm rot="-2700000">
              <a:off x="5176472" y="5164318"/>
              <a:ext cx="84664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90–100%</a:t>
              </a:r>
            </a:p>
          </p:txBody>
        </p:sp>
        <p:sp>
          <p:nvSpPr>
            <p:cNvPr id="65" name="tx65"/>
            <p:cNvSpPr/>
            <p:nvPr/>
          </p:nvSpPr>
          <p:spPr>
            <a:xfrm rot="-2700000">
              <a:off x="6759957" y="5082073"/>
              <a:ext cx="614019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0–10%</a:t>
              </a:r>
            </a:p>
          </p:txBody>
        </p:sp>
        <p:sp>
          <p:nvSpPr>
            <p:cNvPr id="66" name="tx66"/>
            <p:cNvSpPr/>
            <p:nvPr/>
          </p:nvSpPr>
          <p:spPr>
            <a:xfrm rot="-2700000">
              <a:off x="7101468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10–20%</a:t>
              </a:r>
            </a:p>
          </p:txBody>
        </p:sp>
        <p:sp>
          <p:nvSpPr>
            <p:cNvPr id="67" name="tx67"/>
            <p:cNvSpPr/>
            <p:nvPr/>
          </p:nvSpPr>
          <p:spPr>
            <a:xfrm rot="-2700000">
              <a:off x="7542257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20–30%</a:t>
              </a:r>
            </a:p>
          </p:txBody>
        </p:sp>
        <p:sp>
          <p:nvSpPr>
            <p:cNvPr id="68" name="tx68"/>
            <p:cNvSpPr/>
            <p:nvPr/>
          </p:nvSpPr>
          <p:spPr>
            <a:xfrm rot="-2700000">
              <a:off x="7983046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30–40%</a:t>
              </a:r>
            </a:p>
          </p:txBody>
        </p:sp>
        <p:sp>
          <p:nvSpPr>
            <p:cNvPr id="69" name="tx69"/>
            <p:cNvSpPr/>
            <p:nvPr/>
          </p:nvSpPr>
          <p:spPr>
            <a:xfrm rot="-2700000">
              <a:off x="8423835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40–50%</a:t>
              </a:r>
            </a:p>
          </p:txBody>
        </p:sp>
        <p:sp>
          <p:nvSpPr>
            <p:cNvPr id="70" name="tx70"/>
            <p:cNvSpPr/>
            <p:nvPr/>
          </p:nvSpPr>
          <p:spPr>
            <a:xfrm rot="-2700000">
              <a:off x="8864624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50–60%</a:t>
              </a:r>
            </a:p>
          </p:txBody>
        </p:sp>
        <p:sp>
          <p:nvSpPr>
            <p:cNvPr id="71" name="tx71"/>
            <p:cNvSpPr/>
            <p:nvPr/>
          </p:nvSpPr>
          <p:spPr>
            <a:xfrm rot="-2700000">
              <a:off x="9305413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60–70%</a:t>
              </a:r>
            </a:p>
          </p:txBody>
        </p:sp>
        <p:sp>
          <p:nvSpPr>
            <p:cNvPr id="72" name="tx72"/>
            <p:cNvSpPr/>
            <p:nvPr/>
          </p:nvSpPr>
          <p:spPr>
            <a:xfrm rot="-2700000">
              <a:off x="9746202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70–80%</a:t>
              </a:r>
            </a:p>
          </p:txBody>
        </p:sp>
        <p:sp>
          <p:nvSpPr>
            <p:cNvPr id="73" name="tx73"/>
            <p:cNvSpPr/>
            <p:nvPr/>
          </p:nvSpPr>
          <p:spPr>
            <a:xfrm rot="-2700000">
              <a:off x="10186991" y="5123195"/>
              <a:ext cx="73033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80–90%</a:t>
              </a:r>
            </a:p>
          </p:txBody>
        </p:sp>
        <p:sp>
          <p:nvSpPr>
            <p:cNvPr id="74" name="tx74"/>
            <p:cNvSpPr/>
            <p:nvPr/>
          </p:nvSpPr>
          <p:spPr>
            <a:xfrm rot="-2700000">
              <a:off x="10528501" y="5164318"/>
              <a:ext cx="84664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90–100%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6753681" y="4621209"/>
              <a:ext cx="116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6346682" y="4042783"/>
              <a:ext cx="523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5,000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6230370" y="3464358"/>
              <a:ext cx="63962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10,000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6230370" y="2885933"/>
              <a:ext cx="63962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15,000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1401652" y="4621209"/>
              <a:ext cx="116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994653" y="4067816"/>
              <a:ext cx="523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2,000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994653" y="3514423"/>
              <a:ext cx="523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4,000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994653" y="2961030"/>
              <a:ext cx="523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6,000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5757876" y="5661203"/>
              <a:ext cx="1573225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Canopy cover</a:t>
              </a:r>
            </a:p>
          </p:txBody>
        </p:sp>
        <p:sp>
          <p:nvSpPr>
            <p:cNvPr id="84" name="tx84"/>
            <p:cNvSpPr/>
            <p:nvPr/>
          </p:nvSpPr>
          <p:spPr>
            <a:xfrm rot="-5400000">
              <a:off x="493455" y="3662607"/>
              <a:ext cx="626729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Acres</a:t>
              </a:r>
            </a:p>
          </p:txBody>
        </p:sp>
        <p:sp>
          <p:nvSpPr>
            <p:cNvPr id="85" name="rc85"/>
            <p:cNvSpPr/>
            <p:nvPr/>
          </p:nvSpPr>
          <p:spPr>
            <a:xfrm>
              <a:off x="5703703" y="1810089"/>
              <a:ext cx="190001" cy="190001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6616152" y="1810089"/>
              <a:ext cx="190001" cy="190001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tx87"/>
            <p:cNvSpPr/>
            <p:nvPr/>
          </p:nvSpPr>
          <p:spPr>
            <a:xfrm>
              <a:off x="6022305" y="1838476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2020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934754" y="1838476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2025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723472" y="1353372"/>
              <a:ext cx="7099950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595959">
                      <a:alpha val="100000"/>
                    </a:srgbClr>
                  </a:solidFill>
                  <a:latin typeface="DejaVu Sans"/>
                  <a:cs typeface="DejaVu Sans"/>
                </a:rPr>
                <a:t>USFS Tree Canopy Cover, 30 m cells inside each sale footprint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723472" y="982552"/>
              <a:ext cx="7160849" cy="19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16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Acres in each canopy cover bin, 2020 vs. 2025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2026-10-14T07:57:47Z</dcterms:modified>
  <cp:category/>
</cp:coreProperties>
</file>