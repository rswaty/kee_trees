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755653edac40d6bf63fc1bf2d05fdcd9cc94e1f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524000" y="22860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2026-10-14T07:57:30Z</dcterms:modified>
  <cp:category/>
</cp:coreProperties>
</file>