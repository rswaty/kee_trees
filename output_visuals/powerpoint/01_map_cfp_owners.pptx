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8ae30b1a4cfc7fc228ce3c63044933d75e3def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000" y="228600"/>
            <a:ext cx="9144000" cy="64008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2026-10-08T12:35:52Z</dcterms:modified>
  <cp:category/>
</cp:coreProperties>
</file>