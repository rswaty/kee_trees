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09600" y="411480"/>
            <a:ext cx="10972800" cy="6035040"/>
            <a:chOff x="609600" y="411480"/>
            <a:chExt cx="10972800" cy="6035040"/>
          </a:xfrm>
        </p:grpSpPr>
        <p:sp>
          <p:nvSpPr>
            <p:cNvPr id="3" name="rc3"/>
            <p:cNvSpPr/>
            <p:nvPr/>
          </p:nvSpPr>
          <p:spPr>
            <a:xfrm>
              <a:off x="609600" y="411480"/>
              <a:ext cx="10972800" cy="60350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609600" y="411480"/>
              <a:ext cx="10972800" cy="60350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4409002" y="1088897"/>
              <a:ext cx="0" cy="3895173"/>
            </a:xfrm>
            <a:custGeom>
              <a:avLst/>
              <a:pathLst>
                <a:path w="0" h="3895173">
                  <a:moveTo>
                    <a:pt x="0" y="38951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47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776718" y="1088897"/>
              <a:ext cx="0" cy="3895173"/>
            </a:xfrm>
            <a:custGeom>
              <a:avLst/>
              <a:pathLst>
                <a:path w="0" h="3895173">
                  <a:moveTo>
                    <a:pt x="0" y="38951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47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144434" y="1088897"/>
              <a:ext cx="0" cy="3895173"/>
            </a:xfrm>
            <a:custGeom>
              <a:avLst/>
              <a:pathLst>
                <a:path w="0" h="3895173">
                  <a:moveTo>
                    <a:pt x="0" y="38951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47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512150" y="1088897"/>
              <a:ext cx="0" cy="3895173"/>
            </a:xfrm>
            <a:custGeom>
              <a:avLst/>
              <a:pathLst>
                <a:path w="0" h="3895173">
                  <a:moveTo>
                    <a:pt x="0" y="38951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47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879866" y="1088897"/>
              <a:ext cx="0" cy="3895173"/>
            </a:xfrm>
            <a:custGeom>
              <a:avLst/>
              <a:pathLst>
                <a:path w="0" h="3895173">
                  <a:moveTo>
                    <a:pt x="0" y="38951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47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1247582" y="1088897"/>
              <a:ext cx="0" cy="3895173"/>
            </a:xfrm>
            <a:custGeom>
              <a:avLst/>
              <a:pathLst>
                <a:path w="0" h="3895173">
                  <a:moveTo>
                    <a:pt x="0" y="38951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47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409002" y="1184367"/>
              <a:ext cx="6155220" cy="26731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409002" y="1566246"/>
              <a:ext cx="1140958" cy="267315"/>
            </a:xfrm>
            <a:prstGeom prst="rect">
              <a:avLst/>
            </a:prstGeom>
            <a:solidFill>
              <a:srgbClr val="41B6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09002" y="1948126"/>
              <a:ext cx="634206" cy="267315"/>
            </a:xfrm>
            <a:prstGeom prst="rect">
              <a:avLst/>
            </a:prstGeom>
            <a:solidFill>
              <a:srgbClr val="1B783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409002" y="2330006"/>
              <a:ext cx="633644" cy="267315"/>
            </a:xfrm>
            <a:prstGeom prst="rect">
              <a:avLst/>
            </a:prstGeom>
            <a:solidFill>
              <a:srgbClr val="A6D9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409002" y="2711886"/>
              <a:ext cx="537543" cy="267315"/>
            </a:xfrm>
            <a:prstGeom prst="rect">
              <a:avLst/>
            </a:prstGeom>
            <a:solidFill>
              <a:srgbClr val="1B783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409002" y="3093766"/>
              <a:ext cx="405258" cy="26731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409002" y="3475645"/>
              <a:ext cx="336059" cy="267315"/>
            </a:xfrm>
            <a:prstGeom prst="rect">
              <a:avLst/>
            </a:prstGeom>
            <a:solidFill>
              <a:srgbClr val="41B6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409002" y="3857525"/>
              <a:ext cx="318913" cy="267315"/>
            </a:xfrm>
            <a:prstGeom prst="rect">
              <a:avLst/>
            </a:prstGeom>
            <a:solidFill>
              <a:srgbClr val="8C8C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4409002" y="4239405"/>
              <a:ext cx="305079" cy="26731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4409002" y="4621285"/>
              <a:ext cx="303768" cy="267315"/>
            </a:xfrm>
            <a:prstGeom prst="rect">
              <a:avLst/>
            </a:prstGeom>
            <a:solidFill>
              <a:srgbClr val="1B783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10621610" y="1252188"/>
              <a:ext cx="57387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52.3%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5595855" y="1634068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9.7%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5089103" y="2015947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5.4%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5088540" y="2397827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5.4%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4992439" y="2779707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4.6%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4860155" y="3161587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3.4%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790955" y="3543467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2.9%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773809" y="3925346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2.7%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759975" y="4307226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2.6%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758664" y="4689106"/>
              <a:ext cx="45893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2.6%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547022" y="4699393"/>
              <a:ext cx="2776575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 Jack Pine-Red Pine Forest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874846" y="4317513"/>
              <a:ext cx="3448751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Eastern Cool Temperate Pasture and Hayland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988391" y="3935633"/>
              <a:ext cx="1335206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Developed-Roads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924498" y="3471458"/>
              <a:ext cx="3399099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Boreal-Laurentian Conifer Acidic Swamp and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206841" y="3636050"/>
              <a:ext cx="1116756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Treed Poor Fen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1018590" y="3089578"/>
              <a:ext cx="330500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Laurentian-Acadian Sub-boreal Aspen-Birch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855699" y="3254170"/>
              <a:ext cx="467898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Forest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84630" y="2707698"/>
              <a:ext cx="3438966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Laurentian-Acadian Sub-boreal Mesic Balsam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049930" y="2872290"/>
              <a:ext cx="127366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Fir-Spruce Forest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929527" y="2325818"/>
              <a:ext cx="3394069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Laurentian-Acadian Pine-Hemlock-Hardwood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855699" y="2490410"/>
              <a:ext cx="467898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Forest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240972" y="2026234"/>
              <a:ext cx="3082625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Laurentian-Acadian Pine-Hemlock Forest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82309" y="1562059"/>
              <a:ext cx="3541288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Laurentian-Acadian Alkaline Conifer-Hardwood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763527" y="1726651"/>
              <a:ext cx="56007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Swamp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04494" y="1262475"/>
              <a:ext cx="3619103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Laurentian-Acadian Northern Hardwoods Forest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360493" y="5069475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461433" y="5069475"/>
              <a:ext cx="63057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100,000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829149" y="5069475"/>
              <a:ext cx="63057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200,000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8196865" y="5069475"/>
              <a:ext cx="63057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300,000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9564581" y="5069475"/>
              <a:ext cx="63057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400,000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0932297" y="5069475"/>
              <a:ext cx="63057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500,000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7687193" y="5259752"/>
              <a:ext cx="522122" cy="1388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Acres</a:t>
              </a:r>
            </a:p>
          </p:txBody>
        </p:sp>
        <p:sp>
          <p:nvSpPr>
            <p:cNvPr id="53" name="rc53"/>
            <p:cNvSpPr/>
            <p:nvPr/>
          </p:nvSpPr>
          <p:spPr>
            <a:xfrm>
              <a:off x="5882467" y="5735198"/>
              <a:ext cx="194910" cy="19491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5882467" y="6049548"/>
              <a:ext cx="194910" cy="194910"/>
            </a:xfrm>
            <a:prstGeom prst="rect">
              <a:avLst/>
            </a:prstGeom>
            <a:solidFill>
              <a:srgbClr val="1B783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175387" y="5735198"/>
              <a:ext cx="194910" cy="194910"/>
            </a:xfrm>
            <a:prstGeom prst="rect">
              <a:avLst/>
            </a:prstGeom>
            <a:solidFill>
              <a:srgbClr val="A6D9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175387" y="6049548"/>
              <a:ext cx="194910" cy="194910"/>
            </a:xfrm>
            <a:prstGeom prst="rect">
              <a:avLst/>
            </a:prstGeom>
            <a:solidFill>
              <a:srgbClr val="8C8C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8951477" y="5735198"/>
              <a:ext cx="194910" cy="19491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8951477" y="6049548"/>
              <a:ext cx="194910" cy="194910"/>
            </a:xfrm>
            <a:prstGeom prst="rect">
              <a:avLst/>
            </a:prstGeom>
            <a:solidFill>
              <a:srgbClr val="41B6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6184544" y="5777103"/>
              <a:ext cx="883676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Agricultural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6184544" y="6091453"/>
              <a:ext cx="54882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Conifer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477465" y="5777103"/>
              <a:ext cx="1366845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Conifer-Hardwood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477465" y="6091453"/>
              <a:ext cx="1335206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Developed-Roads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9253554" y="5777103"/>
              <a:ext cx="772759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Hardwood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9253554" y="6091453"/>
              <a:ext cx="633496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Riparian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04494" y="815512"/>
              <a:ext cx="6878299" cy="1388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00" i="0" b="0">
                  <a:solidFill>
                    <a:srgbClr val="595959">
                      <a:alpha val="100000"/>
                    </a:srgbClr>
                  </a:solidFill>
                  <a:latin typeface="DejaVu Sans"/>
                  <a:cs typeface="DejaVu Sans"/>
                </a:rPr>
                <a:t>Top 10 LANDFIRE Existing Vegetation Types (2024), percent of land area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04494" y="506374"/>
              <a:ext cx="2269632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What's there now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rswaty</cp:lastModifiedBy>
  <cp:revision>3</cp:revision>
  <dcterms:created xsi:type="dcterms:W3CDTF">2017-02-13T16:18:36Z</dcterms:created>
  <dcterms:modified xsi:type="dcterms:W3CDTF">2026-10-14T07:57:50Z</dcterms:modified>
  <cp:category/>
</cp:coreProperties>
</file>