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411480"/>
            <a:ext cx="10972800" cy="6035040"/>
            <a:chOff x="609600" y="411480"/>
            <a:chExt cx="10972800" cy="6035040"/>
          </a:xfrm>
        </p:grpSpPr>
        <p:sp>
          <p:nvSpPr>
            <p:cNvPr id="3" name="rc3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409002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776718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144434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12150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879866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247582" y="1088897"/>
              <a:ext cx="0" cy="3895173"/>
            </a:xfrm>
            <a:custGeom>
              <a:avLst/>
              <a:pathLst>
                <a:path w="0" h="3895173">
                  <a:moveTo>
                    <a:pt x="0" y="389517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409002" y="1184367"/>
              <a:ext cx="6155220" cy="267315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409002" y="1566246"/>
              <a:ext cx="1140958" cy="267315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409002" y="1948126"/>
              <a:ext cx="634206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409002" y="2330006"/>
              <a:ext cx="633644" cy="267315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409002" y="2711886"/>
              <a:ext cx="537543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409002" y="3093766"/>
              <a:ext cx="405258" cy="267315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409002" y="3475645"/>
              <a:ext cx="336059" cy="267315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409002" y="3857525"/>
              <a:ext cx="318913" cy="267315"/>
            </a:xfrm>
            <a:prstGeom prst="rect">
              <a:avLst/>
            </a:prstGeom>
            <a:solidFill>
              <a:srgbClr val="8C8C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409002" y="4239405"/>
              <a:ext cx="305079" cy="267315"/>
            </a:xfrm>
            <a:prstGeom prst="rect">
              <a:avLst/>
            </a:prstGeom>
            <a:solidFill>
              <a:srgbClr val="E6AB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409002" y="4621285"/>
              <a:ext cx="303768" cy="267315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10621610" y="1252188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52.3%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595855" y="1634068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9.7%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89103" y="201594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5.4%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88540" y="239782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5.4%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2439" y="277970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4.6%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860155" y="316158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3.4%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90955" y="354346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2.9%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773809" y="392534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2.7%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59975" y="430722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2.6%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758664" y="468910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2.6%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47022" y="4699393"/>
              <a:ext cx="27765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 Jack Pine-Red Pine Forest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74846" y="4317513"/>
              <a:ext cx="3448751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Eastern Cool Temperate Pasture and Hayland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988391" y="3935633"/>
              <a:ext cx="133520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Developed-Roads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24498" y="3471458"/>
              <a:ext cx="339909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Boreal-Laurentian Conifer Acidic Swamp and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06841" y="3636050"/>
              <a:ext cx="111675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Treed Poor Fen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8590" y="3089578"/>
              <a:ext cx="330500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Sub-boreal Aspen-Birch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55699" y="3254170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4630" y="2707698"/>
              <a:ext cx="343896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Sub-boreal Mesic Balsam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049930" y="2872290"/>
              <a:ext cx="127366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Fir-Spruce Forest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29527" y="2325818"/>
              <a:ext cx="33940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Pine-Hemlock-Hardwood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55699" y="2490410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40972" y="2026234"/>
              <a:ext cx="308262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 Forest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2309" y="1562059"/>
              <a:ext cx="35412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Alkaline Conifer-Hardwood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763527" y="1726651"/>
              <a:ext cx="5600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Swamp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04494" y="1262475"/>
              <a:ext cx="3619103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 Forest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360493" y="5069475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461433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100,000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829149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200,000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8196865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300,000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564581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400,000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932297" y="5069475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500,000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687193" y="5259752"/>
              <a:ext cx="522122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5882467" y="5735198"/>
              <a:ext cx="194910" cy="194910"/>
            </a:xfrm>
            <a:prstGeom prst="rect">
              <a:avLst/>
            </a:prstGeom>
            <a:solidFill>
              <a:srgbClr val="E6AB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882467" y="6049548"/>
              <a:ext cx="194910" cy="194910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75387" y="5735198"/>
              <a:ext cx="194910" cy="194910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175387" y="6049548"/>
              <a:ext cx="194910" cy="194910"/>
            </a:xfrm>
            <a:prstGeom prst="rect">
              <a:avLst/>
            </a:prstGeom>
            <a:solidFill>
              <a:srgbClr val="8C8C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8951477" y="5735198"/>
              <a:ext cx="194910" cy="194910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8951477" y="6049548"/>
              <a:ext cx="194910" cy="194910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6184544" y="5777103"/>
              <a:ext cx="88367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Agricultural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184544" y="6091453"/>
              <a:ext cx="5488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477465" y="5777103"/>
              <a:ext cx="136684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Conifer-Hardwood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477465" y="6091453"/>
              <a:ext cx="133520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Developed-Roads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9253554" y="5777103"/>
              <a:ext cx="77275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253554" y="6091453"/>
              <a:ext cx="6334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Riparian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04494" y="815512"/>
              <a:ext cx="6878299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Top 10 LANDFIRE Existing Vegetation Types (2024), percent of land area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4494" y="506374"/>
              <a:ext cx="226963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What's there now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2026-10-08T12:36:07Z</dcterms:modified>
  <cp:category/>
</cp:coreProperties>
</file>