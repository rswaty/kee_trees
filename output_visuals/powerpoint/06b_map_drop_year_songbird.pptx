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12192000" cy="6858000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c62668c2d811e756e83474f644a77a7728139ed9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609600" y="594360"/>
            <a:ext cx="10972800" cy="566928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rswaty</cp:lastModifiedBy>
  <cp:revision>3</cp:revision>
  <dcterms:created xsi:type="dcterms:W3CDTF">2017-02-13T16:18:36Z</dcterms:created>
  <dcterms:modified xsi:type="dcterms:W3CDTF">2026-10-14T07:57:41Z</dcterms:modified>
  <cp:category/>
</cp:coreProperties>
</file>