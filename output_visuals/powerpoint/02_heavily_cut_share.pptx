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12192000" cy="6858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609600" y="868680"/>
            <a:ext cx="10972800" cy="5120640"/>
            <a:chOff x="609600" y="868680"/>
            <a:chExt cx="10972800" cy="5120640"/>
          </a:xfrm>
        </p:grpSpPr>
        <p:sp>
          <p:nvSpPr>
            <p:cNvPr id="3" name="rc3"/>
            <p:cNvSpPr/>
            <p:nvPr/>
          </p:nvSpPr>
          <p:spPr>
            <a:xfrm>
              <a:off x="609600" y="868680"/>
              <a:ext cx="10972800" cy="51206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609600" y="868680"/>
              <a:ext cx="10972800" cy="51206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4933717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6712537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491358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270178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4933717" y="2279081"/>
              <a:ext cx="3588428" cy="334651"/>
            </a:xfrm>
            <a:prstGeom prst="rect">
              <a:avLst/>
            </a:prstGeom>
            <a:solidFill>
              <a:srgbClr val="D95F0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4933717" y="1801007"/>
              <a:ext cx="4506764" cy="334651"/>
            </a:xfrm>
            <a:prstGeom prst="rect">
              <a:avLst/>
            </a:prstGeom>
            <a:solidFill>
              <a:srgbClr val="E7298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4933717" y="2757155"/>
              <a:ext cx="1200624" cy="334651"/>
            </a:xfrm>
            <a:prstGeom prst="rect">
              <a:avLst/>
            </a:prstGeom>
            <a:solidFill>
              <a:srgbClr val="7570B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4933717" y="4669450"/>
              <a:ext cx="46938" cy="334651"/>
            </a:xfrm>
            <a:prstGeom prst="rect">
              <a:avLst/>
            </a:prstGeom>
            <a:solidFill>
              <a:srgbClr val="56B4E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4933717" y="3235229"/>
              <a:ext cx="421941" cy="334651"/>
            </a:xfrm>
            <a:prstGeom prst="rect">
              <a:avLst/>
            </a:prstGeom>
            <a:solidFill>
              <a:srgbClr val="F0C41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4933717" y="5147524"/>
              <a:ext cx="0" cy="334651"/>
            </a:xfrm>
            <a:prstGeom prst="rect">
              <a:avLst/>
            </a:prstGeom>
            <a:solidFill>
              <a:srgbClr val="1B9E7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4933717" y="3713302"/>
              <a:ext cx="160903" cy="334651"/>
            </a:xfrm>
            <a:prstGeom prst="rect">
              <a:avLst/>
            </a:prstGeom>
            <a:solidFill>
              <a:srgbClr val="5C3A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4933717" y="4191376"/>
              <a:ext cx="60752" cy="334651"/>
            </a:xfrm>
            <a:prstGeom prst="rect">
              <a:avLst/>
            </a:prstGeom>
            <a:solidFill>
              <a:srgbClr val="D2B4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7"/>
            <p:cNvSpPr/>
            <p:nvPr/>
          </p:nvSpPr>
          <p:spPr>
            <a:xfrm>
              <a:off x="8621198" y="2380570"/>
              <a:ext cx="1981047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3,097 of 15,350 acres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9533788" y="1902496"/>
              <a:ext cx="1866107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1,160 of 4,579 acres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6239141" y="2858644"/>
              <a:ext cx="2095987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6,837 of 101,301 acres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5065342" y="4770939"/>
              <a:ext cx="1693743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46 of 17,361 acres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5434599" y="3336718"/>
              <a:ext cx="1578803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40 of 1,686 acres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5012657" y="5249013"/>
              <a:ext cx="1578803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 of 30,813 acres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5185055" y="3814791"/>
              <a:ext cx="1808683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609 of 67,380 acres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5084904" y="4292865"/>
              <a:ext cx="1808683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310 of 90,823 acres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23472" y="5248235"/>
              <a:ext cx="4107759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TRG → The Nature Conservancy (Heartlands)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101748" y="4770162"/>
              <a:ext cx="2729484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TRG → other owners / left CFP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217968" y="4292088"/>
              <a:ext cx="2613263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Other private → same owner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1463039" y="3814014"/>
              <a:ext cx="3368192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Other private → new owner / left CFP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594323" y="3335940"/>
              <a:ext cx="1236908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Lyme → Lyme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3470787" y="2857867"/>
              <a:ext cx="1360444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TRG → Verdant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93150" y="2379793"/>
              <a:ext cx="403808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TRG → Verdant → American Songbird (2026)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666847" y="1901719"/>
              <a:ext cx="2164384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Molpus → Molpus (kept)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788739" y="5704179"/>
              <a:ext cx="28995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509403" y="5704179"/>
              <a:ext cx="406267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288224" y="5704179"/>
              <a:ext cx="406267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067044" y="5704179"/>
              <a:ext cx="406267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30%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23472" y="1353372"/>
              <a:ext cx="7336322" cy="1666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595959">
                      <a:alpha val="100000"/>
                    </a:srgbClr>
                  </a:solidFill>
                  <a:latin typeface="DejaVu Sans"/>
                  <a:cs typeface="DejaVu Sans"/>
                </a:rPr>
                <a:t>Acres in parcels whose average canopy fell more than 20 points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472" y="982552"/>
              <a:ext cx="5884895" cy="1998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2160" i="0" b="1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Share of acres heavily cut, 2020–2025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rswaty</cp:lastModifiedBy>
  <cp:revision>3</cp:revision>
  <dcterms:created xsi:type="dcterms:W3CDTF">2017-02-13T16:18:36Z</dcterms:created>
  <dcterms:modified xsi:type="dcterms:W3CDTF">2026-10-08T12:35:54Z</dcterms:modified>
  <cp:category/>
</cp:coreProperties>
</file>