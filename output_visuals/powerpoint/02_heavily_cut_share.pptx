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5913863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425880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937898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449916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5913863" y="2279081"/>
              <a:ext cx="3050205" cy="3346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5913863" y="1801007"/>
              <a:ext cx="3830802" cy="33465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5913863" y="2757155"/>
              <a:ext cx="1020544" cy="33465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5913863" y="4669450"/>
              <a:ext cx="39897" cy="334651"/>
            </a:xfrm>
            <a:prstGeom prst="rect">
              <a:avLst/>
            </a:prstGeom>
            <a:solidFill>
              <a:srgbClr val="56B4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5913863" y="3235229"/>
              <a:ext cx="358655" cy="334651"/>
            </a:xfrm>
            <a:prstGeom prst="rect">
              <a:avLst/>
            </a:prstGeom>
            <a:solidFill>
              <a:srgbClr val="F0C4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5913863" y="5147524"/>
              <a:ext cx="0" cy="33465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5913863" y="3713302"/>
              <a:ext cx="136769" cy="334651"/>
            </a:xfrm>
            <a:prstGeom prst="rect">
              <a:avLst/>
            </a:prstGeom>
            <a:solidFill>
              <a:srgbClr val="5C3A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5913863" y="4191376"/>
              <a:ext cx="51640" cy="334651"/>
            </a:xfrm>
            <a:prstGeom prst="rect">
              <a:avLst/>
            </a:prstGeom>
            <a:solidFill>
              <a:srgbClr val="D2B4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9063121" y="2380570"/>
              <a:ext cx="198104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3,097 of 15,350 acres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9837971" y="1902496"/>
              <a:ext cx="186610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1,160 of 4,579 acres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39207" y="2858644"/>
              <a:ext cx="209598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6,837 of 101,301 acres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038448" y="4770939"/>
              <a:ext cx="1693743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46 of 17,361 acres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51458" y="3336718"/>
              <a:ext cx="1578803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 of 1,686 acres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992803" y="5249013"/>
              <a:ext cx="1578803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 of 30,813 acres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141067" y="3814791"/>
              <a:ext cx="1808683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609 of 67,380 acres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055937" y="4292865"/>
              <a:ext cx="1808683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310 of 90,823 acres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23472" y="5248235"/>
              <a:ext cx="508790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The Nature Conservancy (Heartlands)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081893" y="4770162"/>
              <a:ext cx="272948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TRG → other owners / left CFP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919118" y="4292088"/>
              <a:ext cx="189225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Other private → kept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944642" y="3814014"/>
              <a:ext cx="286673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Other private → sold or left CFP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658684" y="3335940"/>
              <a:ext cx="115269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Lyme → kept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450933" y="2857867"/>
              <a:ext cx="136044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TRG → Verdant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773295" y="2379793"/>
              <a:ext cx="403808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American Songbird (2026)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5098" y="1901719"/>
              <a:ext cx="1316278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Molpus → kept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68885" y="5704179"/>
              <a:ext cx="28995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222746" y="5704179"/>
              <a:ext cx="40626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734764" y="5704179"/>
              <a:ext cx="40626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0246782" y="5704179"/>
              <a:ext cx="40626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23472" y="1353372"/>
              <a:ext cx="7336322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Acres in parcels whose average canopy fell more than 20 points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3472" y="982552"/>
              <a:ext cx="5884895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Share of acres heavily cut, 2020–2025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2026-10-14T07:57:32Z</dcterms:modified>
  <cp:category/>
</cp:coreProperties>
</file>