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059d78a94911d0bdfb91da621560ead04f5d6424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6b35650d8b7d32cab89f7e1612d22555a2f59e51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047ab05c40563001d4246a05989f8d1a3ed5bb73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b217226649185d92001caee5c2a3cef249d3a72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7a3b9a8f6a142bbe197b8568cd4daacc042f9ce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6795387f5e306bbde82499bccc4d4962bb574f74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2f8e0fedc4047cba0cb87b2163ff23b34f599cd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14368cc88c379d217c6091d9e1122d0758e27b0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a01f20603fa3186701f8023c81babce800edf730.pn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0172494313f4c7ba9fcb0db7f018eaa16d769ee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af7e984684e0a4aa2221fe72ef4d14a7b84c5f6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823a4199c55233500003f474403391ce189d6ccf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4c2746bd05eeeda17a8ecd6ba5e824a9d20a6c38.pn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505e3c422c351fb786f60f3eb0768bac1f0bf5a4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bd83f99406f2dab14cb14cd50b05bf8943918eed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a354e0d22e7729d49203a2aab81bfec792500228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2026-10-16T11:57:43Z</dcterms:modified>
  <cp:category/>
</cp:coreProperties>
</file>