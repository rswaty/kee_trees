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59d78a94911d0bdfb91da621560ead04f5d6424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b35650d8b7d32cab89f7e1612d22555a2f59e51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47ab05c40563001d4246a05989f8d1a3ed5bb73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9b217226649185d92001caee5c2a3cef249d3a72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7a3b9a8f6a142bbe197b8568cd4daacc042f9c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795387f5e306bbde82499bccc4d4962bb574f7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2f8e0fedc4047cba0cb87b2163ff23b34f599cd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14368cc88c379d217c6091d9e1122d0758e27b0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6b1c35c6bfeec39585fbe86bd077c99472c1eac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14fbe5121e96eb85a5cf59f2c0ce61ee91a8109f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d0ddaa9d5688984b1b999de74d90ff86ff63dcb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f99d011c88e3b56ac66cebad69b746f549b1f70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c2746bd05eeeda17a8ecd6ba5e824a9d20a6c38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05e3c422c351fb786f60f3eb0768bac1f0bf5a4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d83f99406f2dab14cb14cd50b05bf8943918eed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a354e0d22e7729d49203a2aab81bfec79250022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1524" y="-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2026-10-16T12:43:47Z</dcterms:modified>
  <cp:category/>
</cp:coreProperties>
</file>