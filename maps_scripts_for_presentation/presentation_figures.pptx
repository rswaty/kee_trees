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59d78a94911d0bdfb91da621560ead04f5d6424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b35650d8b7d32cab89f7e1612d22555a2f59e51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332025cdad5420d54fd7e8299cfcd663cd145f7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dc3dfac97483ef8c12f5ba8f1894b5f624729e4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428392f03177b824780b0c8b5c3c10845f164a7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795387f5e306bbde82499bccc4d4962bb574f7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2f8e0fedc4047cba0cb87b2163ff23b34f599cd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14368cc88c379d217c6091d9e1122d0758e27b0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eb407670d4a2330b8aaaa8a4ad837573981a37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b70a310eca330ffefb18940576aa261a69435ad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ad2e14cb76069a8e7e01d18a55d0b81e0d6340c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f99d011c88e3b56ac66cebad69b746f549b1f70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c2746bd05eeeda17a8ecd6ba5e824a9d20a6c38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05e3c422c351fb786f60f3eb0768bac1f0bf5a4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d83f99406f2dab14cb14cd50b05bf8943918eed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354e0d22e7729d49203a2aab81bfec792500228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36cb2cbf80a4cbb5a5414d5cf0d66f4aea1d7e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2026-10-16T14:49:42Z</dcterms:modified>
  <cp:category/>
</cp:coreProperties>
</file>